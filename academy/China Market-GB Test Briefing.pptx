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57" r:id="rId4"/>
    <p:sldId id="258" r:id="rId5"/>
    <p:sldId id="276" r:id="rId6"/>
    <p:sldId id="285" r:id="rId7"/>
    <p:sldId id="259" r:id="rId8"/>
    <p:sldId id="264" r:id="rId9"/>
    <p:sldId id="260" r:id="rId10"/>
    <p:sldId id="263" r:id="rId11"/>
    <p:sldId id="267" r:id="rId12"/>
    <p:sldId id="279" r:id="rId13"/>
    <p:sldId id="280" r:id="rId14"/>
    <p:sldId id="281" r:id="rId15"/>
    <p:sldId id="282" r:id="rId16"/>
    <p:sldId id="283" r:id="rId17"/>
    <p:sldId id="33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Chen" userId="2370abbf-3f7d-4ee6-af11-ca8a85ee8dd1" providerId="ADAL" clId="{810F158E-322E-4253-9277-267D011EBE5F}"/>
    <pc:docChg chg="custSel modSld">
      <pc:chgData name="Michael Chen" userId="2370abbf-3f7d-4ee6-af11-ca8a85ee8dd1" providerId="ADAL" clId="{810F158E-322E-4253-9277-267D011EBE5F}" dt="2025-09-29T21:14:30.834" v="28" actId="1037"/>
      <pc:docMkLst>
        <pc:docMk/>
      </pc:docMkLst>
      <pc:sldChg chg="delSp modSp mod">
        <pc:chgData name="Michael Chen" userId="2370abbf-3f7d-4ee6-af11-ca8a85ee8dd1" providerId="ADAL" clId="{810F158E-322E-4253-9277-267D011EBE5F}" dt="2025-09-29T21:14:30.834" v="28" actId="1037"/>
        <pc:sldMkLst>
          <pc:docMk/>
          <pc:sldMk cId="2489739351" sldId="261"/>
        </pc:sldMkLst>
        <pc:spChg chg="del mod">
          <ac:chgData name="Michael Chen" userId="2370abbf-3f7d-4ee6-af11-ca8a85ee8dd1" providerId="ADAL" clId="{810F158E-322E-4253-9277-267D011EBE5F}" dt="2025-09-29T21:14:23.334" v="1" actId="478"/>
          <ac:spMkLst>
            <pc:docMk/>
            <pc:sldMk cId="2489739351" sldId="261"/>
            <ac:spMk id="9" creationId="{790DCF4C-C5B7-44EC-7A3B-22BD77C27C15}"/>
          </ac:spMkLst>
        </pc:spChg>
        <pc:grpChg chg="mod">
          <ac:chgData name="Michael Chen" userId="2370abbf-3f7d-4ee6-af11-ca8a85ee8dd1" providerId="ADAL" clId="{810F158E-322E-4253-9277-267D011EBE5F}" dt="2025-09-29T21:14:30.834" v="28" actId="1037"/>
          <ac:grpSpMkLst>
            <pc:docMk/>
            <pc:sldMk cId="2489739351" sldId="261"/>
            <ac:grpSpMk id="2" creationId="{00000000-0000-0000-0000-000000000000}"/>
          </ac:grpSpMkLst>
        </pc:grpChg>
      </pc:sldChg>
    </pc:docChg>
  </pc:docChgLst>
  <pc:docChgLst>
    <pc:chgData name="Michael Chen" userId="2370abbf-3f7d-4ee6-af11-ca8a85ee8dd1" providerId="ADAL" clId="{DB755E57-18F8-47AC-A306-13A9728EFBA5}"/>
    <pc:docChg chg="undo custSel addSld modSld">
      <pc:chgData name="Michael Chen" userId="2370abbf-3f7d-4ee6-af11-ca8a85ee8dd1" providerId="ADAL" clId="{DB755E57-18F8-47AC-A306-13A9728EFBA5}" dt="2025-04-28T01:37:31.853" v="142" actId="164"/>
      <pc:docMkLst>
        <pc:docMk/>
      </pc:docMkLst>
      <pc:sldChg chg="addSp delSp modSp new mod">
        <pc:chgData name="Michael Chen" userId="2370abbf-3f7d-4ee6-af11-ca8a85ee8dd1" providerId="ADAL" clId="{DB755E57-18F8-47AC-A306-13A9728EFBA5}" dt="2025-04-28T01:37:31.853" v="142" actId="164"/>
        <pc:sldMkLst>
          <pc:docMk/>
          <pc:sldMk cId="3714473482" sldId="284"/>
        </pc:sldMkLst>
      </pc:sldChg>
    </pc:docChg>
  </pc:docChgLst>
  <pc:docChgLst>
    <pc:chgData name="Michael Chen" userId="2370abbf-3f7d-4ee6-af11-ca8a85ee8dd1" providerId="ADAL" clId="{EF8C79EC-092D-44AF-ACFB-790EA0781E94}"/>
    <pc:docChg chg="modSld">
      <pc:chgData name="Michael Chen" userId="2370abbf-3f7d-4ee6-af11-ca8a85ee8dd1" providerId="ADAL" clId="{EF8C79EC-092D-44AF-ACFB-790EA0781E94}" dt="2025-07-08T01:42:34.911" v="1"/>
      <pc:docMkLst>
        <pc:docMk/>
      </pc:docMkLst>
      <pc:sldChg chg="addSp delSp mod">
        <pc:chgData name="Michael Chen" userId="2370abbf-3f7d-4ee6-af11-ca8a85ee8dd1" providerId="ADAL" clId="{EF8C79EC-092D-44AF-ACFB-790EA0781E94}" dt="2025-07-08T01:42:34.911" v="1"/>
        <pc:sldMkLst>
          <pc:docMk/>
          <pc:sldMk cId="1092463560" sldId="260"/>
        </pc:sldMkLst>
      </pc:sldChg>
    </pc:docChg>
  </pc:docChgLst>
  <pc:docChgLst>
    <pc:chgData name="Michael Chen" userId="2370abbf-3f7d-4ee6-af11-ca8a85ee8dd1" providerId="ADAL" clId="{73830EB0-DADE-4741-B969-72A02F16630C}"/>
    <pc:docChg chg="undo custSel addSld delSld modSld sldOrd">
      <pc:chgData name="Michael Chen" userId="2370abbf-3f7d-4ee6-af11-ca8a85ee8dd1" providerId="ADAL" clId="{73830EB0-DADE-4741-B969-72A02F16630C}" dt="2025-09-15T00:26:49.084" v="496" actId="1037"/>
      <pc:docMkLst>
        <pc:docMk/>
      </pc:docMkLst>
      <pc:sldChg chg="addSp delSp modSp mod setBg">
        <pc:chgData name="Michael Chen" userId="2370abbf-3f7d-4ee6-af11-ca8a85ee8dd1" providerId="ADAL" clId="{73830EB0-DADE-4741-B969-72A02F16630C}" dt="2025-09-09T03:43:23.144" v="74"/>
        <pc:sldMkLst>
          <pc:docMk/>
          <pc:sldMk cId="1073950579" sldId="257"/>
        </pc:sldMkLst>
        <pc:grpChg chg="add mod ord">
          <ac:chgData name="Michael Chen" userId="2370abbf-3f7d-4ee6-af11-ca8a85ee8dd1" providerId="ADAL" clId="{73830EB0-DADE-4741-B969-72A02F16630C}" dt="2025-09-09T03:41:35.752" v="58" actId="26606"/>
          <ac:grpSpMkLst>
            <pc:docMk/>
            <pc:sldMk cId="1073950579" sldId="257"/>
            <ac:grpSpMk id="17" creationId="{187315D7-FB52-5E27-1364-0AEE6482944D}"/>
          </ac:grpSpMkLst>
        </pc:grpChg>
        <pc:picChg chg="mod">
          <ac:chgData name="Michael Chen" userId="2370abbf-3f7d-4ee6-af11-ca8a85ee8dd1" providerId="ADAL" clId="{73830EB0-DADE-4741-B969-72A02F16630C}" dt="2025-09-09T03:33:29.755" v="15" actId="164"/>
          <ac:picMkLst>
            <pc:docMk/>
            <pc:sldMk cId="1073950579" sldId="257"/>
            <ac:picMk id="2" creationId="{ABD91789-51D8-CAAB-078C-8BBE9AB0A8E3}"/>
          </ac:picMkLst>
        </pc:picChg>
        <pc:picChg chg="mod">
          <ac:chgData name="Michael Chen" userId="2370abbf-3f7d-4ee6-af11-ca8a85ee8dd1" providerId="ADAL" clId="{73830EB0-DADE-4741-B969-72A02F16630C}" dt="2025-09-09T03:41:49.088" v="60" actId="1038"/>
          <ac:picMkLst>
            <pc:docMk/>
            <pc:sldMk cId="1073950579" sldId="257"/>
            <ac:picMk id="12" creationId="{E5E87A49-7CBD-363E-77E8-DB1F0BA2F175}"/>
          </ac:picMkLst>
        </pc:picChg>
        <pc:picChg chg="add mod">
          <ac:chgData name="Michael Chen" userId="2370abbf-3f7d-4ee6-af11-ca8a85ee8dd1" providerId="ADAL" clId="{73830EB0-DADE-4741-B969-72A02F16630C}" dt="2025-09-09T03:41:35.752" v="58" actId="26606"/>
          <ac:picMkLst>
            <pc:docMk/>
            <pc:sldMk cId="1073950579" sldId="257"/>
            <ac:picMk id="18" creationId="{8753B6A3-0F3B-6AF6-DDBD-7A718342398F}"/>
          </ac:picMkLst>
        </pc:picChg>
        <pc:picChg chg="add mod">
          <ac:chgData name="Michael Chen" userId="2370abbf-3f7d-4ee6-af11-ca8a85ee8dd1" providerId="ADAL" clId="{73830EB0-DADE-4741-B969-72A02F16630C}" dt="2025-09-09T03:43:23.144" v="74"/>
          <ac:picMkLst>
            <pc:docMk/>
            <pc:sldMk cId="1073950579" sldId="257"/>
            <ac:picMk id="19" creationId="{0B5477E4-D95C-90F5-1BE7-3174D0087822}"/>
          </ac:picMkLst>
        </pc:picChg>
        <pc:inkChg chg="add mod">
          <ac:chgData name="Michael Chen" userId="2370abbf-3f7d-4ee6-af11-ca8a85ee8dd1" providerId="ADAL" clId="{73830EB0-DADE-4741-B969-72A02F16630C}" dt="2025-09-09T03:33:29.755" v="15" actId="164"/>
          <ac:inkMkLst>
            <pc:docMk/>
            <pc:sldMk cId="1073950579" sldId="257"/>
            <ac:inkMk id="9" creationId="{2833B779-1BA8-636D-C303-BF26835B1E0B}"/>
          </ac:inkMkLst>
        </pc:inkChg>
        <pc:inkChg chg="add mod">
          <ac:chgData name="Michael Chen" userId="2370abbf-3f7d-4ee6-af11-ca8a85ee8dd1" providerId="ADAL" clId="{73830EB0-DADE-4741-B969-72A02F16630C}" dt="2025-09-09T03:33:29.755" v="15" actId="164"/>
          <ac:inkMkLst>
            <pc:docMk/>
            <pc:sldMk cId="1073950579" sldId="257"/>
            <ac:inkMk id="11" creationId="{2825EBC4-47C5-D5EC-D307-8753493F8253}"/>
          </ac:inkMkLst>
        </pc:inkChg>
        <pc:inkChg chg="add mod">
          <ac:chgData name="Michael Chen" userId="2370abbf-3f7d-4ee6-af11-ca8a85ee8dd1" providerId="ADAL" clId="{73830EB0-DADE-4741-B969-72A02F16630C}" dt="2025-09-09T03:33:29.755" v="15" actId="164"/>
          <ac:inkMkLst>
            <pc:docMk/>
            <pc:sldMk cId="1073950579" sldId="257"/>
            <ac:inkMk id="14" creationId="{376EF643-11A0-F272-6A69-117BC5C9A7F6}"/>
          </ac:inkMkLst>
        </pc:inkChg>
        <pc:inkChg chg="add mod">
          <ac:chgData name="Michael Chen" userId="2370abbf-3f7d-4ee6-af11-ca8a85ee8dd1" providerId="ADAL" clId="{73830EB0-DADE-4741-B969-72A02F16630C}" dt="2025-09-09T03:33:29.755" v="15" actId="164"/>
          <ac:inkMkLst>
            <pc:docMk/>
            <pc:sldMk cId="1073950579" sldId="257"/>
            <ac:inkMk id="16" creationId="{F8BDD9EB-695E-561E-3BEE-1AC7506B4B41}"/>
          </ac:inkMkLst>
        </pc:inkChg>
      </pc:sldChg>
      <pc:sldChg chg="addSp modSp mod">
        <pc:chgData name="Michael Chen" userId="2370abbf-3f7d-4ee6-af11-ca8a85ee8dd1" providerId="ADAL" clId="{73830EB0-DADE-4741-B969-72A02F16630C}" dt="2025-09-09T06:25:19.270" v="300" actId="164"/>
        <pc:sldMkLst>
          <pc:docMk/>
          <pc:sldMk cId="99156360" sldId="258"/>
        </pc:sldMkLst>
        <pc:grpChg chg="add mod">
          <ac:chgData name="Michael Chen" userId="2370abbf-3f7d-4ee6-af11-ca8a85ee8dd1" providerId="ADAL" clId="{73830EB0-DADE-4741-B969-72A02F16630C}" dt="2025-09-09T06:25:19.270" v="300" actId="164"/>
          <ac:grpSpMkLst>
            <pc:docMk/>
            <pc:sldMk cId="99156360" sldId="258"/>
            <ac:grpSpMk id="7" creationId="{1F97394F-429D-5F13-9221-47A09E05CC63}"/>
          </ac:grpSpMkLst>
        </pc:grpChg>
        <pc:picChg chg="add mod">
          <ac:chgData name="Michael Chen" userId="2370abbf-3f7d-4ee6-af11-ca8a85ee8dd1" providerId="ADAL" clId="{73830EB0-DADE-4741-B969-72A02F16630C}" dt="2025-09-09T03:43:49.049" v="75"/>
          <ac:picMkLst>
            <pc:docMk/>
            <pc:sldMk cId="99156360" sldId="258"/>
            <ac:picMk id="2" creationId="{80B71F63-C868-A2A2-F6FC-F62D9506086D}"/>
          </ac:picMkLst>
        </pc:picChg>
        <pc:picChg chg="add mod">
          <ac:chgData name="Michael Chen" userId="2370abbf-3f7d-4ee6-af11-ca8a85ee8dd1" providerId="ADAL" clId="{73830EB0-DADE-4741-B969-72A02F16630C}" dt="2025-09-09T06:25:19.270" v="300" actId="164"/>
          <ac:picMkLst>
            <pc:docMk/>
            <pc:sldMk cId="99156360" sldId="258"/>
            <ac:picMk id="4" creationId="{5FD949F8-65C5-A69D-E8B1-37D14A13DA0F}"/>
          </ac:picMkLst>
        </pc:picChg>
        <pc:picChg chg="add mod">
          <ac:chgData name="Michael Chen" userId="2370abbf-3f7d-4ee6-af11-ca8a85ee8dd1" providerId="ADAL" clId="{73830EB0-DADE-4741-B969-72A02F16630C}" dt="2025-09-09T06:25:19.270" v="300" actId="164"/>
          <ac:picMkLst>
            <pc:docMk/>
            <pc:sldMk cId="99156360" sldId="258"/>
            <ac:picMk id="5" creationId="{9EDBD322-B1B2-DA84-181E-9DC2F2C483E7}"/>
          </ac:picMkLst>
        </pc:picChg>
        <pc:picChg chg="add mod">
          <ac:chgData name="Michael Chen" userId="2370abbf-3f7d-4ee6-af11-ca8a85ee8dd1" providerId="ADAL" clId="{73830EB0-DADE-4741-B969-72A02F16630C}" dt="2025-09-09T06:25:19.270" v="300" actId="164"/>
          <ac:picMkLst>
            <pc:docMk/>
            <pc:sldMk cId="99156360" sldId="258"/>
            <ac:picMk id="6" creationId="{DD4BBA46-AC23-B17F-7351-6BAEBC90340A}"/>
          </ac:picMkLst>
        </pc:picChg>
      </pc:sldChg>
      <pc:sldChg chg="addSp modSp mod">
        <pc:chgData name="Michael Chen" userId="2370abbf-3f7d-4ee6-af11-ca8a85ee8dd1" providerId="ADAL" clId="{73830EB0-DADE-4741-B969-72A02F16630C}" dt="2025-09-09T06:21:56.462" v="252" actId="14100"/>
        <pc:sldMkLst>
          <pc:docMk/>
          <pc:sldMk cId="996976430" sldId="259"/>
        </pc:sldMkLst>
        <pc:spChg chg="mod">
          <ac:chgData name="Michael Chen" userId="2370abbf-3f7d-4ee6-af11-ca8a85ee8dd1" providerId="ADAL" clId="{73830EB0-DADE-4741-B969-72A02F16630C}" dt="2025-09-09T06:21:17.959" v="212" actId="164"/>
          <ac:spMkLst>
            <pc:docMk/>
            <pc:sldMk cId="996976430" sldId="259"/>
            <ac:spMk id="2" creationId="{CF455CB0-AA13-989C-6FC2-0560DCC45836}"/>
          </ac:spMkLst>
        </pc:spChg>
        <pc:spChg chg="mod">
          <ac:chgData name="Michael Chen" userId="2370abbf-3f7d-4ee6-af11-ca8a85ee8dd1" providerId="ADAL" clId="{73830EB0-DADE-4741-B969-72A02F16630C}" dt="2025-09-09T06:21:17.959" v="212" actId="164"/>
          <ac:spMkLst>
            <pc:docMk/>
            <pc:sldMk cId="996976430" sldId="259"/>
            <ac:spMk id="3" creationId="{23745B27-F872-25E2-4EBF-B2D166BDAADD}"/>
          </ac:spMkLst>
        </pc:spChg>
        <pc:grpChg chg="add mod">
          <ac:chgData name="Michael Chen" userId="2370abbf-3f7d-4ee6-af11-ca8a85ee8dd1" providerId="ADAL" clId="{73830EB0-DADE-4741-B969-72A02F16630C}" dt="2025-09-09T06:21:56.462" v="252" actId="14100"/>
          <ac:grpSpMkLst>
            <pc:docMk/>
            <pc:sldMk cId="996976430" sldId="259"/>
            <ac:grpSpMk id="5" creationId="{5356B966-7E90-F683-18B8-687BA4E59305}"/>
          </ac:grpSpMkLst>
        </pc:grpChg>
        <pc:picChg chg="add mod">
          <ac:chgData name="Michael Chen" userId="2370abbf-3f7d-4ee6-af11-ca8a85ee8dd1" providerId="ADAL" clId="{73830EB0-DADE-4741-B969-72A02F16630C}" dt="2025-09-09T03:44:06.163" v="79"/>
          <ac:picMkLst>
            <pc:docMk/>
            <pc:sldMk cId="996976430" sldId="259"/>
            <ac:picMk id="4" creationId="{31884972-1641-F17C-57B8-C6BA1F85995B}"/>
          </ac:picMkLst>
        </pc:picChg>
        <pc:picChg chg="mod">
          <ac:chgData name="Michael Chen" userId="2370abbf-3f7d-4ee6-af11-ca8a85ee8dd1" providerId="ADAL" clId="{73830EB0-DADE-4741-B969-72A02F16630C}" dt="2025-09-09T06:21:17.959" v="212" actId="164"/>
          <ac:picMkLst>
            <pc:docMk/>
            <pc:sldMk cId="996976430" sldId="259"/>
            <ac:picMk id="6" creationId="{47A2C4DE-A999-7B42-0AF6-F8E8BF6823CE}"/>
          </ac:picMkLst>
        </pc:picChg>
      </pc:sldChg>
      <pc:sldChg chg="addSp modSp mod">
        <pc:chgData name="Michael Chen" userId="2370abbf-3f7d-4ee6-af11-ca8a85ee8dd1" providerId="ADAL" clId="{73830EB0-DADE-4741-B969-72A02F16630C}" dt="2025-09-09T06:29:58.253" v="337" actId="1440"/>
        <pc:sldMkLst>
          <pc:docMk/>
          <pc:sldMk cId="1092463560" sldId="260"/>
        </pc:sldMkLst>
        <pc:picChg chg="add mod">
          <ac:chgData name="Michael Chen" userId="2370abbf-3f7d-4ee6-af11-ca8a85ee8dd1" providerId="ADAL" clId="{73830EB0-DADE-4741-B969-72A02F16630C}" dt="2025-09-09T03:44:17.802" v="81"/>
          <ac:picMkLst>
            <pc:docMk/>
            <pc:sldMk cId="1092463560" sldId="260"/>
            <ac:picMk id="9" creationId="{4DA5385F-ABA8-84FE-8C40-D7926D0512A5}"/>
          </ac:picMkLst>
        </pc:picChg>
        <pc:picChg chg="add mod modCrop">
          <ac:chgData name="Michael Chen" userId="2370abbf-3f7d-4ee6-af11-ca8a85ee8dd1" providerId="ADAL" clId="{73830EB0-DADE-4741-B969-72A02F16630C}" dt="2025-09-09T06:29:58.253" v="337" actId="1440"/>
          <ac:picMkLst>
            <pc:docMk/>
            <pc:sldMk cId="1092463560" sldId="260"/>
            <ac:picMk id="16" creationId="{F5ACE606-1757-39FB-4AF9-F67ADAF7484B}"/>
          </ac:picMkLst>
        </pc:picChg>
      </pc:sldChg>
      <pc:sldChg chg="addSp delSp modSp mod">
        <pc:chgData name="Michael Chen" userId="2370abbf-3f7d-4ee6-af11-ca8a85ee8dd1" providerId="ADAL" clId="{73830EB0-DADE-4741-B969-72A02F16630C}" dt="2025-09-15T00:26:49.084" v="496" actId="1037"/>
        <pc:sldMkLst>
          <pc:docMk/>
          <pc:sldMk cId="2489739351" sldId="261"/>
        </pc:sldMkLst>
        <pc:spChg chg="mod">
          <ac:chgData name="Michael Chen" userId="2370abbf-3f7d-4ee6-af11-ca8a85ee8dd1" providerId="ADAL" clId="{73830EB0-DADE-4741-B969-72A02F16630C}" dt="2025-09-15T00:26:49.084" v="496" actId="1037"/>
          <ac:spMkLst>
            <pc:docMk/>
            <pc:sldMk cId="2489739351" sldId="261"/>
            <ac:spMk id="9" creationId="{790DCF4C-C5B7-44EC-7A3B-22BD77C27C15}"/>
          </ac:spMkLst>
        </pc:spChg>
        <pc:grpChg chg="mod">
          <ac:chgData name="Michael Chen" userId="2370abbf-3f7d-4ee6-af11-ca8a85ee8dd1" providerId="ADAL" clId="{73830EB0-DADE-4741-B969-72A02F16630C}" dt="2025-09-15T00:26:12.654" v="482" actId="1038"/>
          <ac:grpSpMkLst>
            <pc:docMk/>
            <pc:sldMk cId="2489739351" sldId="261"/>
            <ac:grpSpMk id="2" creationId="{00000000-0000-0000-0000-000000000000}"/>
          </ac:grpSpMkLst>
        </pc:grpChg>
        <pc:picChg chg="add mod ord">
          <ac:chgData name="Michael Chen" userId="2370abbf-3f7d-4ee6-af11-ca8a85ee8dd1" providerId="ADAL" clId="{73830EB0-DADE-4741-B969-72A02F16630C}" dt="2025-09-09T03:40:43.350" v="55" actId="1076"/>
          <ac:picMkLst>
            <pc:docMk/>
            <pc:sldMk cId="2489739351" sldId="261"/>
            <ac:picMk id="3" creationId="{16E10FE6-3B37-6F30-AB8F-CA60562C7EA8}"/>
          </ac:picMkLst>
        </pc:picChg>
      </pc:sldChg>
      <pc:sldChg chg="addSp modSp mod">
        <pc:chgData name="Michael Chen" userId="2370abbf-3f7d-4ee6-af11-ca8a85ee8dd1" providerId="ADAL" clId="{73830EB0-DADE-4741-B969-72A02F16630C}" dt="2025-09-09T03:43:17.704" v="73" actId="1037"/>
        <pc:sldMkLst>
          <pc:docMk/>
          <pc:sldMk cId="2166495569" sldId="262"/>
        </pc:sldMkLst>
        <pc:grpChg chg="mod">
          <ac:chgData name="Michael Chen" userId="2370abbf-3f7d-4ee6-af11-ca8a85ee8dd1" providerId="ADAL" clId="{73830EB0-DADE-4741-B969-72A02F16630C}" dt="2025-09-09T03:42:56.844" v="66" actId="1076"/>
          <ac:grpSpMkLst>
            <pc:docMk/>
            <pc:sldMk cId="2166495569" sldId="262"/>
            <ac:grpSpMk id="8" creationId="{FBF7A075-E992-5418-611E-E6B227BE745D}"/>
          </ac:grpSpMkLst>
        </pc:grpChg>
        <pc:picChg chg="add mod">
          <ac:chgData name="Michael Chen" userId="2370abbf-3f7d-4ee6-af11-ca8a85ee8dd1" providerId="ADAL" clId="{73830EB0-DADE-4741-B969-72A02F16630C}" dt="2025-09-09T03:43:17.704" v="73" actId="1037"/>
          <ac:picMkLst>
            <pc:docMk/>
            <pc:sldMk cId="2166495569" sldId="262"/>
            <ac:picMk id="2" creationId="{E53C05EB-56CC-BD32-DF73-A3B9B8E4CF73}"/>
          </ac:picMkLst>
        </pc:picChg>
      </pc:sldChg>
      <pc:sldChg chg="addSp modSp">
        <pc:chgData name="Michael Chen" userId="2370abbf-3f7d-4ee6-af11-ca8a85ee8dd1" providerId="ADAL" clId="{73830EB0-DADE-4741-B969-72A02F16630C}" dt="2025-09-09T03:44:21.752" v="82"/>
        <pc:sldMkLst>
          <pc:docMk/>
          <pc:sldMk cId="1257452994" sldId="263"/>
        </pc:sldMkLst>
        <pc:picChg chg="add mod">
          <ac:chgData name="Michael Chen" userId="2370abbf-3f7d-4ee6-af11-ca8a85ee8dd1" providerId="ADAL" clId="{73830EB0-DADE-4741-B969-72A02F16630C}" dt="2025-09-09T03:44:21.752" v="82"/>
          <ac:picMkLst>
            <pc:docMk/>
            <pc:sldMk cId="1257452994" sldId="263"/>
            <ac:picMk id="2" creationId="{BB001EAF-95F6-A9B0-D66F-3341B0DE801B}"/>
          </ac:picMkLst>
        </pc:picChg>
      </pc:sldChg>
      <pc:sldChg chg="addSp modSp">
        <pc:chgData name="Michael Chen" userId="2370abbf-3f7d-4ee6-af11-ca8a85ee8dd1" providerId="ADAL" clId="{73830EB0-DADE-4741-B969-72A02F16630C}" dt="2025-09-09T03:44:11.411" v="80"/>
        <pc:sldMkLst>
          <pc:docMk/>
          <pc:sldMk cId="1052522781" sldId="264"/>
        </pc:sldMkLst>
        <pc:picChg chg="add mod">
          <ac:chgData name="Michael Chen" userId="2370abbf-3f7d-4ee6-af11-ca8a85ee8dd1" providerId="ADAL" clId="{73830EB0-DADE-4741-B969-72A02F16630C}" dt="2025-09-09T03:44:11.411" v="80"/>
          <ac:picMkLst>
            <pc:docMk/>
            <pc:sldMk cId="1052522781" sldId="264"/>
            <ac:picMk id="2" creationId="{637420F4-C4BC-B686-57D7-449D989E8AF0}"/>
          </ac:picMkLst>
        </pc:picChg>
      </pc:sldChg>
      <pc:sldChg chg="addSp delSp modSp mod">
        <pc:chgData name="Michael Chen" userId="2370abbf-3f7d-4ee6-af11-ca8a85ee8dd1" providerId="ADAL" clId="{73830EB0-DADE-4741-B969-72A02F16630C}" dt="2025-09-09T06:37:46.677" v="407" actId="1440"/>
        <pc:sldMkLst>
          <pc:docMk/>
          <pc:sldMk cId="4102300174" sldId="267"/>
        </pc:sldMkLst>
        <pc:spChg chg="mod">
          <ac:chgData name="Michael Chen" userId="2370abbf-3f7d-4ee6-af11-ca8a85ee8dd1" providerId="ADAL" clId="{73830EB0-DADE-4741-B969-72A02F16630C}" dt="2025-09-09T03:36:49.464" v="36" actId="1076"/>
          <ac:spMkLst>
            <pc:docMk/>
            <pc:sldMk cId="4102300174" sldId="267"/>
            <ac:spMk id="5" creationId="{08FE4DB9-9180-5B0F-A633-FBD47590D7D4}"/>
          </ac:spMkLst>
        </pc:spChg>
        <pc:grpChg chg="mod">
          <ac:chgData name="Michael Chen" userId="2370abbf-3f7d-4ee6-af11-ca8a85ee8dd1" providerId="ADAL" clId="{73830EB0-DADE-4741-B969-72A02F16630C}" dt="2025-09-09T06:33:01.681" v="368" actId="1036"/>
          <ac:grpSpMkLst>
            <pc:docMk/>
            <pc:sldMk cId="4102300174" sldId="267"/>
            <ac:grpSpMk id="7" creationId="{8EEEA36A-95FB-6D18-C47D-B4B8B9FA1B68}"/>
          </ac:grpSpMkLst>
        </pc:grpChg>
        <pc:picChg chg="mod">
          <ac:chgData name="Michael Chen" userId="2370abbf-3f7d-4ee6-af11-ca8a85ee8dd1" providerId="ADAL" clId="{73830EB0-DADE-4741-B969-72A02F16630C}" dt="2025-09-09T06:33:01.681" v="368" actId="1036"/>
          <ac:picMkLst>
            <pc:docMk/>
            <pc:sldMk cId="4102300174" sldId="267"/>
            <ac:picMk id="6" creationId="{A068C44D-541F-029B-E661-F67B9A8AE4AF}"/>
          </ac:picMkLst>
        </pc:picChg>
        <pc:picChg chg="add mod">
          <ac:chgData name="Michael Chen" userId="2370abbf-3f7d-4ee6-af11-ca8a85ee8dd1" providerId="ADAL" clId="{73830EB0-DADE-4741-B969-72A02F16630C}" dt="2025-09-09T06:37:46.677" v="407" actId="1440"/>
          <ac:picMkLst>
            <pc:docMk/>
            <pc:sldMk cId="4102300174" sldId="267"/>
            <ac:picMk id="13" creationId="{D41A9B99-BAED-722E-1344-8CA4F982E744}"/>
          </ac:picMkLst>
        </pc:picChg>
        <pc:picChg chg="add mod">
          <ac:chgData name="Michael Chen" userId="2370abbf-3f7d-4ee6-af11-ca8a85ee8dd1" providerId="ADAL" clId="{73830EB0-DADE-4741-B969-72A02F16630C}" dt="2025-09-09T06:37:04.565" v="406"/>
          <ac:picMkLst>
            <pc:docMk/>
            <pc:sldMk cId="4102300174" sldId="267"/>
            <ac:picMk id="20" creationId="{AD937426-99C9-67A1-EB17-9F106C6363D4}"/>
          </ac:picMkLst>
        </pc:picChg>
      </pc:sldChg>
      <pc:sldChg chg="addSp modSp mod">
        <pc:chgData name="Michael Chen" userId="2370abbf-3f7d-4ee6-af11-ca8a85ee8dd1" providerId="ADAL" clId="{73830EB0-DADE-4741-B969-72A02F16630C}" dt="2025-09-09T06:38:26.050" v="431" actId="14100"/>
        <pc:sldMkLst>
          <pc:docMk/>
          <pc:sldMk cId="4213306107" sldId="276"/>
        </pc:sldMkLst>
        <pc:spChg chg="mod">
          <ac:chgData name="Michael Chen" userId="2370abbf-3f7d-4ee6-af11-ca8a85ee8dd1" providerId="ADAL" clId="{73830EB0-DADE-4741-B969-72A02F16630C}" dt="2025-09-09T05:51:18.865" v="161" actId="14100"/>
          <ac:spMkLst>
            <pc:docMk/>
            <pc:sldMk cId="4213306107" sldId="276"/>
            <ac:spMk id="2" creationId="{00000000-0000-0000-0000-000000000000}"/>
          </ac:spMkLst>
        </pc:spChg>
        <pc:spChg chg="mod">
          <ac:chgData name="Michael Chen" userId="2370abbf-3f7d-4ee6-af11-ca8a85ee8dd1" providerId="ADAL" clId="{73830EB0-DADE-4741-B969-72A02F16630C}" dt="2025-09-09T05:51:18.865" v="161" actId="14100"/>
          <ac:spMkLst>
            <pc:docMk/>
            <pc:sldMk cId="4213306107" sldId="276"/>
            <ac:spMk id="9" creationId="{00000000-0000-0000-0000-000000000000}"/>
          </ac:spMkLst>
        </pc:spChg>
        <pc:spChg chg="mod">
          <ac:chgData name="Michael Chen" userId="2370abbf-3f7d-4ee6-af11-ca8a85ee8dd1" providerId="ADAL" clId="{73830EB0-DADE-4741-B969-72A02F16630C}" dt="2025-09-09T05:51:18.865" v="161" actId="14100"/>
          <ac:spMkLst>
            <pc:docMk/>
            <pc:sldMk cId="4213306107" sldId="276"/>
            <ac:spMk id="10" creationId="{00000000-0000-0000-0000-000000000000}"/>
          </ac:spMkLst>
        </pc:spChg>
        <pc:spChg chg="mod">
          <ac:chgData name="Michael Chen" userId="2370abbf-3f7d-4ee6-af11-ca8a85ee8dd1" providerId="ADAL" clId="{73830EB0-DADE-4741-B969-72A02F16630C}" dt="2025-09-09T05:51:18.865" v="161" actId="14100"/>
          <ac:spMkLst>
            <pc:docMk/>
            <pc:sldMk cId="4213306107" sldId="276"/>
            <ac:spMk id="11" creationId="{00000000-0000-0000-0000-000000000000}"/>
          </ac:spMkLst>
        </pc:spChg>
        <pc:spChg chg="add mod">
          <ac:chgData name="Michael Chen" userId="2370abbf-3f7d-4ee6-af11-ca8a85ee8dd1" providerId="ADAL" clId="{73830EB0-DADE-4741-B969-72A02F16630C}" dt="2025-09-09T06:38:26.050" v="431" actId="14100"/>
          <ac:spMkLst>
            <pc:docMk/>
            <pc:sldMk cId="4213306107" sldId="276"/>
            <ac:spMk id="14" creationId="{B3609F01-5A25-A620-0FEE-1FE902827D95}"/>
          </ac:spMkLst>
        </pc:spChg>
        <pc:grpChg chg="mod">
          <ac:chgData name="Michael Chen" userId="2370abbf-3f7d-4ee6-af11-ca8a85ee8dd1" providerId="ADAL" clId="{73830EB0-DADE-4741-B969-72A02F16630C}" dt="2025-09-09T05:51:18.865" v="161" actId="14100"/>
          <ac:grpSpMkLst>
            <pc:docMk/>
            <pc:sldMk cId="4213306107" sldId="276"/>
            <ac:grpSpMk id="3" creationId="{00000000-0000-0000-0000-000000000000}"/>
          </ac:grpSpMkLst>
        </pc:grpChg>
        <pc:grpChg chg="add mod">
          <ac:chgData name="Michael Chen" userId="2370abbf-3f7d-4ee6-af11-ca8a85ee8dd1" providerId="ADAL" clId="{73830EB0-DADE-4741-B969-72A02F16630C}" dt="2025-09-09T05:50:50.941" v="158" actId="1035"/>
          <ac:grpSpMkLst>
            <pc:docMk/>
            <pc:sldMk cId="4213306107" sldId="276"/>
            <ac:grpSpMk id="17" creationId="{5166BD38-F42C-1893-7E94-5B5C6D9EB04F}"/>
          </ac:grpSpMkLst>
        </pc:grpChg>
        <pc:picChg chg="mod">
          <ac:chgData name="Michael Chen" userId="2370abbf-3f7d-4ee6-af11-ca8a85ee8dd1" providerId="ADAL" clId="{73830EB0-DADE-4741-B969-72A02F16630C}" dt="2025-09-09T05:51:18.865" v="161" actId="14100"/>
          <ac:picMkLst>
            <pc:docMk/>
            <pc:sldMk cId="4213306107" sldId="276"/>
            <ac:picMk id="7" creationId="{00000000-0000-0000-0000-000000000000}"/>
          </ac:picMkLst>
        </pc:picChg>
        <pc:picChg chg="add mod">
          <ac:chgData name="Michael Chen" userId="2370abbf-3f7d-4ee6-af11-ca8a85ee8dd1" providerId="ADAL" clId="{73830EB0-DADE-4741-B969-72A02F16630C}" dt="2025-09-09T03:43:55.082" v="76"/>
          <ac:picMkLst>
            <pc:docMk/>
            <pc:sldMk cId="4213306107" sldId="276"/>
            <ac:picMk id="16" creationId="{55937476-B869-3B8E-DD06-08F63B89E9B9}"/>
          </ac:picMkLst>
        </pc:picChg>
        <pc:picChg chg="mod">
          <ac:chgData name="Michael Chen" userId="2370abbf-3f7d-4ee6-af11-ca8a85ee8dd1" providerId="ADAL" clId="{73830EB0-DADE-4741-B969-72A02F16630C}" dt="2025-09-09T05:50:50.941" v="158" actId="1035"/>
          <ac:picMkLst>
            <pc:docMk/>
            <pc:sldMk cId="4213306107" sldId="276"/>
            <ac:picMk id="4099" creationId="{00000000-0000-0000-0000-000000000000}"/>
          </ac:picMkLst>
        </pc:picChg>
        <pc:cxnChg chg="mod">
          <ac:chgData name="Michael Chen" userId="2370abbf-3f7d-4ee6-af11-ca8a85ee8dd1" providerId="ADAL" clId="{73830EB0-DADE-4741-B969-72A02F16630C}" dt="2025-09-09T05:50:50.941" v="158" actId="1035"/>
          <ac:cxnSpMkLst>
            <pc:docMk/>
            <pc:sldMk cId="4213306107" sldId="276"/>
            <ac:cxnSpMk id="15" creationId="{56839271-4ED5-7D46-65E4-1DC0342D9BAF}"/>
          </ac:cxnSpMkLst>
        </pc:cxnChg>
      </pc:sldChg>
      <pc:sldChg chg="addSp modSp">
        <pc:chgData name="Michael Chen" userId="2370abbf-3f7d-4ee6-af11-ca8a85ee8dd1" providerId="ADAL" clId="{73830EB0-DADE-4741-B969-72A02F16630C}" dt="2025-09-09T05:47:42.647" v="84"/>
        <pc:sldMkLst>
          <pc:docMk/>
          <pc:sldMk cId="1819805331" sldId="279"/>
        </pc:sldMkLst>
        <pc:picChg chg="add mod">
          <ac:chgData name="Michael Chen" userId="2370abbf-3f7d-4ee6-af11-ca8a85ee8dd1" providerId="ADAL" clId="{73830EB0-DADE-4741-B969-72A02F16630C}" dt="2025-09-09T05:47:42.647" v="84"/>
          <ac:picMkLst>
            <pc:docMk/>
            <pc:sldMk cId="1819805331" sldId="279"/>
            <ac:picMk id="2" creationId="{3862632A-46E0-6D7F-742A-6593ADDD37DE}"/>
          </ac:picMkLst>
        </pc:picChg>
      </pc:sldChg>
      <pc:sldChg chg="addSp modSp">
        <pc:chgData name="Michael Chen" userId="2370abbf-3f7d-4ee6-af11-ca8a85ee8dd1" providerId="ADAL" clId="{73830EB0-DADE-4741-B969-72A02F16630C}" dt="2025-09-09T05:47:48.837" v="85"/>
        <pc:sldMkLst>
          <pc:docMk/>
          <pc:sldMk cId="4005635143" sldId="280"/>
        </pc:sldMkLst>
        <pc:picChg chg="add mod">
          <ac:chgData name="Michael Chen" userId="2370abbf-3f7d-4ee6-af11-ca8a85ee8dd1" providerId="ADAL" clId="{73830EB0-DADE-4741-B969-72A02F16630C}" dt="2025-09-09T05:47:48.837" v="85"/>
          <ac:picMkLst>
            <pc:docMk/>
            <pc:sldMk cId="4005635143" sldId="280"/>
            <ac:picMk id="2" creationId="{B50F89E8-902E-8A95-814C-04398158C221}"/>
          </ac:picMkLst>
        </pc:picChg>
      </pc:sldChg>
      <pc:sldChg chg="addSp modSp">
        <pc:chgData name="Michael Chen" userId="2370abbf-3f7d-4ee6-af11-ca8a85ee8dd1" providerId="ADAL" clId="{73830EB0-DADE-4741-B969-72A02F16630C}" dt="2025-09-09T05:47:56.743" v="86"/>
        <pc:sldMkLst>
          <pc:docMk/>
          <pc:sldMk cId="2930434305" sldId="281"/>
        </pc:sldMkLst>
        <pc:picChg chg="add mod">
          <ac:chgData name="Michael Chen" userId="2370abbf-3f7d-4ee6-af11-ca8a85ee8dd1" providerId="ADAL" clId="{73830EB0-DADE-4741-B969-72A02F16630C}" dt="2025-09-09T05:47:56.743" v="86"/>
          <ac:picMkLst>
            <pc:docMk/>
            <pc:sldMk cId="2930434305" sldId="281"/>
            <ac:picMk id="2" creationId="{01524317-2A82-2B6D-72D0-037375052FB2}"/>
          </ac:picMkLst>
        </pc:picChg>
      </pc:sldChg>
      <pc:sldChg chg="addSp modSp">
        <pc:chgData name="Michael Chen" userId="2370abbf-3f7d-4ee6-af11-ca8a85ee8dd1" providerId="ADAL" clId="{73830EB0-DADE-4741-B969-72A02F16630C}" dt="2025-09-09T05:48:04.396" v="87"/>
        <pc:sldMkLst>
          <pc:docMk/>
          <pc:sldMk cId="4270626777" sldId="282"/>
        </pc:sldMkLst>
        <pc:picChg chg="add mod">
          <ac:chgData name="Michael Chen" userId="2370abbf-3f7d-4ee6-af11-ca8a85ee8dd1" providerId="ADAL" clId="{73830EB0-DADE-4741-B969-72A02F16630C}" dt="2025-09-09T05:48:04.396" v="87"/>
          <ac:picMkLst>
            <pc:docMk/>
            <pc:sldMk cId="4270626777" sldId="282"/>
            <ac:picMk id="2" creationId="{35680556-67FE-C307-CFD6-E7202E6A3C09}"/>
          </ac:picMkLst>
        </pc:picChg>
      </pc:sldChg>
      <pc:sldChg chg="addSp modSp add del mod ord setBg">
        <pc:chgData name="Michael Chen" userId="2370abbf-3f7d-4ee6-af11-ca8a85ee8dd1" providerId="ADAL" clId="{73830EB0-DADE-4741-B969-72A02F16630C}" dt="2025-09-09T06:30:50.497" v="340"/>
        <pc:sldMkLst>
          <pc:docMk/>
          <pc:sldMk cId="2170190074" sldId="283"/>
        </pc:sldMkLst>
        <pc:picChg chg="mod">
          <ac:chgData name="Michael Chen" userId="2370abbf-3f7d-4ee6-af11-ca8a85ee8dd1" providerId="ADAL" clId="{73830EB0-DADE-4741-B969-72A02F16630C}" dt="2025-09-09T05:48:17.331" v="89" actId="26606"/>
          <ac:picMkLst>
            <pc:docMk/>
            <pc:sldMk cId="2170190074" sldId="283"/>
            <ac:picMk id="3" creationId="{46687906-7471-5611-CAB7-05B53DAE0B4D}"/>
          </ac:picMkLst>
        </pc:picChg>
      </pc:sldChg>
      <pc:sldChg chg="delSp new del mod ord">
        <pc:chgData name="Michael Chen" userId="2370abbf-3f7d-4ee6-af11-ca8a85ee8dd1" providerId="ADAL" clId="{73830EB0-DADE-4741-B969-72A02F16630C}" dt="2025-09-09T06:19:35.695" v="181" actId="47"/>
        <pc:sldMkLst>
          <pc:docMk/>
          <pc:sldMk cId="3019702658" sldId="284"/>
        </pc:sldMkLst>
      </pc:sldChg>
      <pc:sldChg chg="addSp delSp modSp del mod setBg setClrOvrMap">
        <pc:chgData name="Michael Chen" userId="2370abbf-3f7d-4ee6-af11-ca8a85ee8dd1" providerId="ADAL" clId="{73830EB0-DADE-4741-B969-72A02F16630C}" dt="2025-09-09T06:18:11.774" v="172" actId="47"/>
        <pc:sldMkLst>
          <pc:docMk/>
          <pc:sldMk cId="3714473482" sldId="284"/>
        </pc:sldMkLst>
      </pc:sldChg>
      <pc:sldChg chg="addSp modSp add mod ord">
        <pc:chgData name="Michael Chen" userId="2370abbf-3f7d-4ee6-af11-ca8a85ee8dd1" providerId="ADAL" clId="{73830EB0-DADE-4741-B969-72A02F16630C}" dt="2025-09-09T06:26:17.255" v="311" actId="1076"/>
        <pc:sldMkLst>
          <pc:docMk/>
          <pc:sldMk cId="3714473482" sldId="285"/>
        </pc:sldMkLst>
        <pc:picChg chg="add mod">
          <ac:chgData name="Michael Chen" userId="2370abbf-3f7d-4ee6-af11-ca8a85ee8dd1" providerId="ADAL" clId="{73830EB0-DADE-4741-B969-72A02F16630C}" dt="2025-09-09T06:19:44.792" v="182"/>
          <ac:picMkLst>
            <pc:docMk/>
            <pc:sldMk cId="3714473482" sldId="285"/>
            <ac:picMk id="2" creationId="{A1A77E67-9822-012A-8B9F-7F193290E364}"/>
          </ac:picMkLst>
        </pc:picChg>
        <pc:picChg chg="add mod">
          <ac:chgData name="Michael Chen" userId="2370abbf-3f7d-4ee6-af11-ca8a85ee8dd1" providerId="ADAL" clId="{73830EB0-DADE-4741-B969-72A02F16630C}" dt="2025-09-09T06:26:17.255" v="311" actId="1076"/>
          <ac:picMkLst>
            <pc:docMk/>
            <pc:sldMk cId="3714473482" sldId="285"/>
            <ac:picMk id="4" creationId="{BEDE91DA-AD3E-E710-30D0-B8A45456619F}"/>
          </ac:picMkLst>
        </pc:picChg>
        <pc:picChg chg="add mod">
          <ac:chgData name="Michael Chen" userId="2370abbf-3f7d-4ee6-af11-ca8a85ee8dd1" providerId="ADAL" clId="{73830EB0-DADE-4741-B969-72A02F16630C}" dt="2025-09-09T06:26:13.157" v="309" actId="1076"/>
          <ac:picMkLst>
            <pc:docMk/>
            <pc:sldMk cId="3714473482" sldId="285"/>
            <ac:picMk id="6" creationId="{BEF45ECF-F827-31F3-F61A-5665F79DE9C4}"/>
          </ac:picMkLst>
        </pc:picChg>
        <pc:picChg chg="mod">
          <ac:chgData name="Michael Chen" userId="2370abbf-3f7d-4ee6-af11-ca8a85ee8dd1" providerId="ADAL" clId="{73830EB0-DADE-4741-B969-72A02F16630C}" dt="2025-09-09T06:26:03.820" v="306" actId="1076"/>
          <ac:picMkLst>
            <pc:docMk/>
            <pc:sldMk cId="3714473482" sldId="285"/>
            <ac:picMk id="10" creationId="{472013E4-9604-9A79-C908-3057253FF384}"/>
          </ac:picMkLst>
        </pc:picChg>
      </pc:sldChg>
      <pc:sldChg chg="delSp modSp new del mod">
        <pc:chgData name="Michael Chen" userId="2370abbf-3f7d-4ee6-af11-ca8a85ee8dd1" providerId="ADAL" clId="{73830EB0-DADE-4741-B969-72A02F16630C}" dt="2025-09-09T06:31:26.551" v="344" actId="47"/>
        <pc:sldMkLst>
          <pc:docMk/>
          <pc:sldMk cId="133201560" sldId="286"/>
        </pc:sldMkLst>
      </pc:sldChg>
      <pc:sldChg chg="add ord">
        <pc:chgData name="Michael Chen" userId="2370abbf-3f7d-4ee6-af11-ca8a85ee8dd1" providerId="ADAL" clId="{73830EB0-DADE-4741-B969-72A02F16630C}" dt="2025-09-09T06:31:22.287" v="343"/>
        <pc:sldMkLst>
          <pc:docMk/>
          <pc:sldMk cId="2091044443" sldId="330"/>
        </pc:sldMkLst>
      </pc:sldChg>
    </pc:docChg>
  </pc:docChgLst>
  <pc:docChgLst>
    <pc:chgData name="Michael Chen" userId="2370abbf-3f7d-4ee6-af11-ca8a85ee8dd1" providerId="ADAL" clId="{396D547F-5C17-4E0F-BA51-8D3566AE2C3D}"/>
    <pc:docChg chg="modSld">
      <pc:chgData name="Michael Chen" userId="2370abbf-3f7d-4ee6-af11-ca8a85ee8dd1" providerId="ADAL" clId="{396D547F-5C17-4E0F-BA51-8D3566AE2C3D}" dt="2025-04-09T03:40:02.582" v="51" actId="1037"/>
      <pc:docMkLst>
        <pc:docMk/>
      </pc:docMkLst>
      <pc:sldChg chg="modSp mod">
        <pc:chgData name="Michael Chen" userId="2370abbf-3f7d-4ee6-af11-ca8a85ee8dd1" providerId="ADAL" clId="{396D547F-5C17-4E0F-BA51-8D3566AE2C3D}" dt="2025-04-09T03:38:37.447" v="17" actId="1076"/>
        <pc:sldMkLst>
          <pc:docMk/>
          <pc:sldMk cId="4102300174" sldId="267"/>
        </pc:sldMkLst>
      </pc:sldChg>
      <pc:sldChg chg="modSp mod">
        <pc:chgData name="Michael Chen" userId="2370abbf-3f7d-4ee6-af11-ca8a85ee8dd1" providerId="ADAL" clId="{396D547F-5C17-4E0F-BA51-8D3566AE2C3D}" dt="2025-04-09T03:39:38.932" v="37" actId="1038"/>
        <pc:sldMkLst>
          <pc:docMk/>
          <pc:sldMk cId="1819805331" sldId="279"/>
        </pc:sldMkLst>
      </pc:sldChg>
      <pc:sldChg chg="modSp mod">
        <pc:chgData name="Michael Chen" userId="2370abbf-3f7d-4ee6-af11-ca8a85ee8dd1" providerId="ADAL" clId="{396D547F-5C17-4E0F-BA51-8D3566AE2C3D}" dt="2025-04-09T03:40:02.582" v="51" actId="1037"/>
        <pc:sldMkLst>
          <pc:docMk/>
          <pc:sldMk cId="4270626777" sldId="282"/>
        </pc:sldMkLst>
      </pc:sldChg>
    </pc:docChg>
  </pc:docChgLst>
  <pc:docChgLst>
    <pc:chgData name="Michael Chen" userId="2370abbf-3f7d-4ee6-af11-ca8a85ee8dd1" providerId="ADAL" clId="{715C62BB-96D3-4540-A17A-291B32A785E3}"/>
    <pc:docChg chg="undo custSel addSld delSld modSld">
      <pc:chgData name="Michael Chen" userId="2370abbf-3f7d-4ee6-af11-ca8a85ee8dd1" providerId="ADAL" clId="{715C62BB-96D3-4540-A17A-291B32A785E3}" dt="2025-01-22T06:20:41.214" v="1229" actId="207"/>
      <pc:docMkLst>
        <pc:docMk/>
      </pc:docMkLst>
      <pc:sldChg chg="modSp mod">
        <pc:chgData name="Michael Chen" userId="2370abbf-3f7d-4ee6-af11-ca8a85ee8dd1" providerId="ADAL" clId="{715C62BB-96D3-4540-A17A-291B32A785E3}" dt="2025-01-22T06:20:41.214" v="1229" actId="207"/>
        <pc:sldMkLst>
          <pc:docMk/>
          <pc:sldMk cId="99156360" sldId="258"/>
        </pc:sldMkLst>
      </pc:sldChg>
      <pc:sldChg chg="addSp modSp mod">
        <pc:chgData name="Michael Chen" userId="2370abbf-3f7d-4ee6-af11-ca8a85ee8dd1" providerId="ADAL" clId="{715C62BB-96D3-4540-A17A-291B32A785E3}" dt="2025-01-21T02:44:47.882" v="339" actId="14100"/>
        <pc:sldMkLst>
          <pc:docMk/>
          <pc:sldMk cId="996976430" sldId="259"/>
        </pc:sldMkLst>
      </pc:sldChg>
      <pc:sldChg chg="modSp mod">
        <pc:chgData name="Michael Chen" userId="2370abbf-3f7d-4ee6-af11-ca8a85ee8dd1" providerId="ADAL" clId="{715C62BB-96D3-4540-A17A-291B32A785E3}" dt="2025-01-22T06:15:28.184" v="1223" actId="20577"/>
        <pc:sldMkLst>
          <pc:docMk/>
          <pc:sldMk cId="1257452994" sldId="263"/>
        </pc:sldMkLst>
      </pc:sldChg>
      <pc:sldChg chg="addSp delSp modSp mod">
        <pc:chgData name="Michael Chen" userId="2370abbf-3f7d-4ee6-af11-ca8a85ee8dd1" providerId="ADAL" clId="{715C62BB-96D3-4540-A17A-291B32A785E3}" dt="2025-01-21T02:34:02.067" v="334" actId="1076"/>
        <pc:sldMkLst>
          <pc:docMk/>
          <pc:sldMk cId="1052522781" sldId="264"/>
        </pc:sldMkLst>
      </pc:sldChg>
      <pc:sldChg chg="addSp delSp modSp mod">
        <pc:chgData name="Michael Chen" userId="2370abbf-3f7d-4ee6-af11-ca8a85ee8dd1" providerId="ADAL" clId="{715C62BB-96D3-4540-A17A-291B32A785E3}" dt="2025-01-22T06:10:14.588" v="1214" actId="14100"/>
        <pc:sldMkLst>
          <pc:docMk/>
          <pc:sldMk cId="4102300174" sldId="267"/>
        </pc:sldMkLst>
      </pc:sldChg>
      <pc:sldChg chg="addSp modSp mod">
        <pc:chgData name="Michael Chen" userId="2370abbf-3f7d-4ee6-af11-ca8a85ee8dd1" providerId="ADAL" clId="{715C62BB-96D3-4540-A17A-291B32A785E3}" dt="2025-01-21T07:48:44.347" v="432" actId="208"/>
        <pc:sldMkLst>
          <pc:docMk/>
          <pc:sldMk cId="4213306107" sldId="276"/>
        </pc:sldMkLst>
      </pc:sldChg>
      <pc:sldChg chg="addSp delSp modSp del mod setBg">
        <pc:chgData name="Michael Chen" userId="2370abbf-3f7d-4ee6-af11-ca8a85ee8dd1" providerId="ADAL" clId="{715C62BB-96D3-4540-A17A-291B32A785E3}" dt="2025-01-20T23:57:40.863" v="300" actId="47"/>
        <pc:sldMkLst>
          <pc:docMk/>
          <pc:sldMk cId="3897698466" sldId="277"/>
        </pc:sldMkLst>
      </pc:sldChg>
      <pc:sldChg chg="addSp delSp modSp new del mod">
        <pc:chgData name="Michael Chen" userId="2370abbf-3f7d-4ee6-af11-ca8a85ee8dd1" providerId="ADAL" clId="{715C62BB-96D3-4540-A17A-291B32A785E3}" dt="2025-01-21T00:58:24.058" v="325" actId="47"/>
        <pc:sldMkLst>
          <pc:docMk/>
          <pc:sldMk cId="1187837537" sldId="278"/>
        </pc:sldMkLst>
      </pc:sldChg>
      <pc:sldChg chg="addSp delSp modSp new mod">
        <pc:chgData name="Michael Chen" userId="2370abbf-3f7d-4ee6-af11-ca8a85ee8dd1" providerId="ADAL" clId="{715C62BB-96D3-4540-A17A-291B32A785E3}" dt="2025-01-20T15:11:16.823" v="249" actId="1076"/>
        <pc:sldMkLst>
          <pc:docMk/>
          <pc:sldMk cId="1819805331" sldId="279"/>
        </pc:sldMkLst>
      </pc:sldChg>
      <pc:sldChg chg="addSp modSp add mod">
        <pc:chgData name="Michael Chen" userId="2370abbf-3f7d-4ee6-af11-ca8a85ee8dd1" providerId="ADAL" clId="{715C62BB-96D3-4540-A17A-291B32A785E3}" dt="2025-01-20T15:07:48.082" v="160" actId="1076"/>
        <pc:sldMkLst>
          <pc:docMk/>
          <pc:sldMk cId="4005635143" sldId="280"/>
        </pc:sldMkLst>
      </pc:sldChg>
      <pc:sldChg chg="addSp modSp add mod">
        <pc:chgData name="Michael Chen" userId="2370abbf-3f7d-4ee6-af11-ca8a85ee8dd1" providerId="ADAL" clId="{715C62BB-96D3-4540-A17A-291B32A785E3}" dt="2025-01-20T15:08:12.262" v="179" actId="1037"/>
        <pc:sldMkLst>
          <pc:docMk/>
          <pc:sldMk cId="2930434305" sldId="281"/>
        </pc:sldMkLst>
      </pc:sldChg>
      <pc:sldChg chg="addSp delSp modSp new mod">
        <pc:chgData name="Michael Chen" userId="2370abbf-3f7d-4ee6-af11-ca8a85ee8dd1" providerId="ADAL" clId="{715C62BB-96D3-4540-A17A-291B32A785E3}" dt="2025-01-20T15:11:05.324" v="246" actId="1076"/>
        <pc:sldMkLst>
          <pc:docMk/>
          <pc:sldMk cId="4270626777" sldId="282"/>
        </pc:sldMkLst>
      </pc:sldChg>
      <pc:sldChg chg="addSp modSp add mod">
        <pc:chgData name="Michael Chen" userId="2370abbf-3f7d-4ee6-af11-ca8a85ee8dd1" providerId="ADAL" clId="{715C62BB-96D3-4540-A17A-291B32A785E3}" dt="2025-01-20T15:12:02.874" v="254" actId="1076"/>
        <pc:sldMkLst>
          <pc:docMk/>
          <pc:sldMk cId="2170190074" sldId="283"/>
        </pc:sldMkLst>
      </pc:sldChg>
      <pc:sldChg chg="add del">
        <pc:chgData name="Michael Chen" userId="2370abbf-3f7d-4ee6-af11-ca8a85ee8dd1" providerId="ADAL" clId="{715C62BB-96D3-4540-A17A-291B32A785E3}" dt="2025-01-20T15:12:29.919" v="255" actId="47"/>
        <pc:sldMkLst>
          <pc:docMk/>
          <pc:sldMk cId="4234140519" sldId="28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3:33:12.5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8387 60 0,'-8387'-60'0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3:33:15.0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1754 42 0,'-1753'-42'0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3:33:18.7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7801 40 0,'-7801'-40'0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3:33:21.5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1977 20 0,'-1977'0'0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1T00:12:48.2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94,'11'0,"-1"1,0 1,14 3,22 4,218 26,590-13,-786-22,54 9,-8 1,187-9,252 8,-2-1,-367-9,-169 0,0 0,0-2,0 0,21-7,-20 5,0 1,1 0,25-1,-15 4,0 0,0 0,-1-2,49-11,-3-7,144-20,196-3,-292 31,203-14,83 25,-206 4,-188-1,-1 0,19 4,17 2,128 18,-67-8,799 59,-839-68,-45-5,31 2,59 3,-23 0,-2-6,73 5,196 8,-158-11,334 25,-415-29,-104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1T00:12:51.5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2353 37,'-5'1,"-1"0,0 0,1 0,-1 0,-6 3,-21 4,-18-4,-67-5,-27 1,76 8,40-3,-37 0,-25-4,-210-3,195-7,-42 0,49 8,-426-12,429 8,-58-6,63 4,62 6,-52-9,64 7,-32-1,34 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1T00:12:55.5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0 148,'42'0,"0"-2,-1-1,47-11,52-12,168-9,145 22,967 14,-928-37,-462 33,289-14,854 18,-913 10,-86-2,261 8,-271-9,93 2,-216-7,1 1,66 15,-36-5,63 1,-103-13,31 6,21 1,31-7,159 7,27-2,-243-7,-45 1,0 0,0 1,13 4,-12-3,0 0,20 0,437-1,-230-4,-19 1,243 2,-372 5,-1 5,124 29,-178-32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1T00:12:59.1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2,'511'12,"-80"-6,-133-4,-158 8,17-1,425-10,-557 0,40-8,-39 5,31-1,88-6,-60 4,116 5,-107 3,1246-1,-1309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1T00:13:02.4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1,'568'9,"81"0,-514 0,-24 0,69 3,-18-2,3 1,-117-4,74 9,-104-15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0T14:10:59.9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9273 307,'-78'-4,"1"-4,-113-25,66 9,51 12,-302-48,-3 28,-180 32,271 2,-314 7,-52 1,110 10,153-3,11 7,146-6,-270-3,336-12,-46 5,-45 1,-656-8,476-2,-382-48,319-19,168 20,261 36,-31-2,91 11,20-1,25-1,559-34,-70 17,-299 18,-220 4,50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0T14:12:19.6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976 54,'-35'-2,"-38"-6,-20-1,45 7,1 2,-60-10,50 4,-1 2,-76 5,40 1,39-1,-61-3,70-9,33 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0T14:12:27.9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10522 60,'-17'0,"-32"-7,0 0,-98-9,-33-3,-655 9,504 12,-1451-2,1564 10,-10 0,71-12,-171 4,260 4,-101 23,50-7,-257 13,0-32,-1475-5,944 4,634-1,-294-3,375-7,-113-2,-118 1,-14 2,315 9,106-1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0T14:13:28.9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2557 1,'-1124'0,"979"8,19 0,-670-5,446-4,334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0T14:13:36.6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7030 78,'-56'2,"0"2,-85 17,76-13,0-3,-125-5,88-2,-2306 2,2288-8,19-1,-851-48,802 46,-334 2,175 7,162-7,-36-1,-1296 10,1458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0T14:13:41.5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8594 0,'-5765'0,"5515"11,94-2,-259 11,276-13,-170 4,-133-1,25 0,-202-11,606 1,0 1,1 1,-14 2,9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0T14:13:44.7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8459 77,'6'-2,"-11"-3,-15-3,-29 3,-83 4,63 2,-1743-1,1499 11,105-2,-403-7,309-4,-209-13,154-1,-283 7,392 11,-1192-2,1101-10,26 0,0 1,-42 0,-56 9,394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01:42:34.8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6934 40 0,'-6934'-40'0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EDBF2-699A-833B-495E-8E6E50BC9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8A815-C7C9-06C0-3CBF-312811E20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ABD39-E5C4-F668-D1FC-C15D6EEED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DD61-D895-46FC-B07E-5737891BF5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72433-9237-3768-534E-1D22F647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604EF-E1E0-FFA0-B9CD-BDF63486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E56D-AA4C-429E-9D28-9F826315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36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D5BCE-E417-7F6F-2DA2-BDFCCF75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9B3FD-4231-B0D4-0B04-0D7BF5149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3EF71-4459-A612-E7AC-6AA2BACC8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DD61-D895-46FC-B07E-5737891BF5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6DA52-D7B3-A690-D357-8A2C2027C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FE433-06FC-E305-26CC-39747EBC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E56D-AA4C-429E-9D28-9F826315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22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2461-45EF-143E-05D5-782197029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7D2B7-8BBF-A976-50BF-39B0079BE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13B26-53FD-ED52-4155-AE9AC9948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DD61-D895-46FC-B07E-5737891BF5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6850D-BF70-196E-931D-80B90D34C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94946-0DB4-420E-1D00-A19D79239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E56D-AA4C-429E-9D28-9F826315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49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0A6C3-286D-5674-2DD7-E71A83A70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B5B47-96A8-7D2F-6BD0-06827F591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5FA4EF-74E9-3379-E49D-CDDD55AD3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613F6-614C-0EBD-BD33-0CA615B57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DD61-D895-46FC-B07E-5737891BF5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B5F3A-1C36-47B6-5F73-F4E3FF1ED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0FEAD-EA21-E943-48C6-A35A7CF65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E56D-AA4C-429E-9D28-9F826315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1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A9D14-3F89-CFEF-536F-2EFC96A0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0B292-F968-7921-35E9-44A79EAAC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1982E-7DF0-9BD4-B4F4-A5AB26D07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C4A4F2-367D-48FB-F5A5-C419F60AB9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48A9B5-8E03-CCC1-1F5A-1D9CA8AB5D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4AA592-D9ED-53A8-693F-D9B48F43C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DD61-D895-46FC-B07E-5737891BF5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C450F5-A243-C877-B2BD-1B2B063F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37BDAF-8BFC-DF84-BE26-AF2A6A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E56D-AA4C-429E-9D28-9F826315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56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5601E-6C67-A08D-3315-649E10CBE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28966-EB16-4BEC-67E5-749325B3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DD61-D895-46FC-B07E-5737891BF5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698F7-5375-7E7C-3A7F-ECB35CC66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03847-21AF-511E-DBEB-B61FB60C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E56D-AA4C-429E-9D28-9F826315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5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6CC51C-5810-DF79-AD3D-E4875E02C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DD61-D895-46FC-B07E-5737891BF5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BFA63B-74C0-630F-8250-E1D54015D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EBC0C-1689-5D71-21A8-B75D1E82C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E56D-AA4C-429E-9D28-9F826315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000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D306E-D9EE-2CF4-C756-789F72D9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57CA7-5D46-93FF-6D7C-28559B7CA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6FA03-FFFF-7B83-51C9-912767102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14C17-4C20-68FF-F1B2-63BA6C091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DD61-D895-46FC-B07E-5737891BF5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CEBCD-A751-7FD6-358E-CB18651CD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4D8B3-BD1B-F662-57C0-062B5469E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E56D-AA4C-429E-9D28-9F826315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257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953C6-114B-1CA8-8132-DCFF2D685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E5C924-96BC-8685-46D7-33795DBFC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6949F-FD4C-1166-17AE-D62990513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0251D-4815-88C2-8652-CBCC28C4C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DD61-D895-46FC-B07E-5737891BF5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69C34-EA12-E18B-622A-C9EF0358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76254-05A4-AD56-01D9-214EA4D0C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E56D-AA4C-429E-9D28-9F826315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47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0302-DF01-42C5-BE9D-A877868BB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88DEF-76D0-948E-2499-D8DBBCE72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F62C6-3B04-44B7-C295-321C100A0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DD61-D895-46FC-B07E-5737891BF5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CAAFC-2C0A-D52C-8C30-FCAF2D423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FC584-B0FE-85D2-4907-BA5ED61F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E56D-AA4C-429E-9D28-9F826315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6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2CAE38-00FC-2EA7-63AC-4D77073E0F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0AF257-6139-77D4-7D16-A6DB4DDD3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6BB3F-A4B3-B0F9-476F-4C660C15F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DD61-D895-46FC-B07E-5737891BF5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31C3B-CE38-D90E-D8DF-0EF0DB56E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EF22D-8C90-A429-CBA2-EC7DFD64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E56D-AA4C-429E-9D28-9F826315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15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uori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1F55C7-6EF1-DC4D-B560-2F6BCF2828C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aphic 5">
            <a:extLst>
              <a:ext uri="{FF2B5EF4-FFF2-40B4-BE49-F238E27FC236}">
                <a16:creationId xmlns:a16="http://schemas.microsoft.com/office/drawing/2014/main" id="{33AB8DDD-3613-68AF-25D8-2C7B1F4374AF}"/>
              </a:ext>
            </a:extLst>
          </p:cNvPr>
          <p:cNvGrpSpPr/>
          <p:nvPr/>
        </p:nvGrpSpPr>
        <p:grpSpPr>
          <a:xfrm>
            <a:off x="2267307" y="2581910"/>
            <a:ext cx="7643728" cy="1695977"/>
            <a:chOff x="2267307" y="2581910"/>
            <a:chExt cx="7643728" cy="1695977"/>
          </a:xfrm>
          <a:solidFill>
            <a:schemeClr val="bg1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2C34F252-91B6-9582-6DE4-92D8B59F554B}"/>
                </a:ext>
              </a:extLst>
            </p:cNvPr>
            <p:cNvSpPr/>
            <p:nvPr/>
          </p:nvSpPr>
          <p:spPr>
            <a:xfrm>
              <a:off x="2267307" y="2592753"/>
              <a:ext cx="1678956" cy="1685133"/>
            </a:xfrm>
            <a:custGeom>
              <a:avLst/>
              <a:gdLst>
                <a:gd name="connsiteX0" fmla="*/ 722672 w 1678956"/>
                <a:gd name="connsiteY0" fmla="*/ 0 h 1685133"/>
                <a:gd name="connsiteX1" fmla="*/ 722672 w 1678956"/>
                <a:gd name="connsiteY1" fmla="*/ 52050 h 1685133"/>
                <a:gd name="connsiteX2" fmla="*/ 591674 w 1678956"/>
                <a:gd name="connsiteY2" fmla="*/ 80244 h 1685133"/>
                <a:gd name="connsiteX3" fmla="*/ 552375 w 1678956"/>
                <a:gd name="connsiteY3" fmla="*/ 158320 h 1685133"/>
                <a:gd name="connsiteX4" fmla="*/ 561108 w 1678956"/>
                <a:gd name="connsiteY4" fmla="*/ 212539 h 1685133"/>
                <a:gd name="connsiteX5" fmla="*/ 589491 w 1678956"/>
                <a:gd name="connsiteY5" fmla="*/ 288446 h 1685133"/>
                <a:gd name="connsiteX6" fmla="*/ 967201 w 1678956"/>
                <a:gd name="connsiteY6" fmla="*/ 1192823 h 1685133"/>
                <a:gd name="connsiteX7" fmla="*/ 1288146 w 1678956"/>
                <a:gd name="connsiteY7" fmla="*/ 394716 h 1685133"/>
                <a:gd name="connsiteX8" fmla="*/ 1331812 w 1678956"/>
                <a:gd name="connsiteY8" fmla="*/ 271096 h 1685133"/>
                <a:gd name="connsiteX9" fmla="*/ 1351462 w 1678956"/>
                <a:gd name="connsiteY9" fmla="*/ 173502 h 1685133"/>
                <a:gd name="connsiteX10" fmla="*/ 1285963 w 1678956"/>
                <a:gd name="connsiteY10" fmla="*/ 73738 h 1685133"/>
                <a:gd name="connsiteX11" fmla="*/ 1178981 w 1678956"/>
                <a:gd name="connsiteY11" fmla="*/ 52050 h 1685133"/>
                <a:gd name="connsiteX12" fmla="*/ 1178981 w 1678956"/>
                <a:gd name="connsiteY12" fmla="*/ 0 h 1685133"/>
                <a:gd name="connsiteX13" fmla="*/ 1678957 w 1678956"/>
                <a:gd name="connsiteY13" fmla="*/ 0 h 1685133"/>
                <a:gd name="connsiteX14" fmla="*/ 1678957 w 1678956"/>
                <a:gd name="connsiteY14" fmla="*/ 52050 h 1685133"/>
                <a:gd name="connsiteX15" fmla="*/ 1552325 w 1678956"/>
                <a:gd name="connsiteY15" fmla="*/ 110607 h 1685133"/>
                <a:gd name="connsiteX16" fmla="*/ 1440977 w 1678956"/>
                <a:gd name="connsiteY16" fmla="*/ 344834 h 1685133"/>
                <a:gd name="connsiteX17" fmla="*/ 925719 w 1678956"/>
                <a:gd name="connsiteY17" fmla="*/ 1626577 h 1685133"/>
                <a:gd name="connsiteX18" fmla="*/ 901702 w 1678956"/>
                <a:gd name="connsiteY18" fmla="*/ 1672121 h 1685133"/>
                <a:gd name="connsiteX19" fmla="*/ 877686 w 1678956"/>
                <a:gd name="connsiteY19" fmla="*/ 1685134 h 1685133"/>
                <a:gd name="connsiteX20" fmla="*/ 847120 w 1678956"/>
                <a:gd name="connsiteY20" fmla="*/ 1663446 h 1685133"/>
                <a:gd name="connsiteX21" fmla="*/ 820920 w 1678956"/>
                <a:gd name="connsiteY21" fmla="*/ 1613564 h 1685133"/>
                <a:gd name="connsiteX22" fmla="*/ 272912 w 1678956"/>
                <a:gd name="connsiteY22" fmla="*/ 310134 h 1685133"/>
                <a:gd name="connsiteX23" fmla="*/ 130998 w 1678956"/>
                <a:gd name="connsiteY23" fmla="*/ 95426 h 1685133"/>
                <a:gd name="connsiteX24" fmla="*/ 0 w 1678956"/>
                <a:gd name="connsiteY24" fmla="*/ 52050 h 1685133"/>
                <a:gd name="connsiteX25" fmla="*/ 0 w 1678956"/>
                <a:gd name="connsiteY25" fmla="*/ 0 h 1685133"/>
                <a:gd name="connsiteX26" fmla="*/ 722672 w 1678956"/>
                <a:gd name="connsiteY26" fmla="*/ 0 h 168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8956" h="1685133">
                  <a:moveTo>
                    <a:pt x="722672" y="0"/>
                  </a:moveTo>
                  <a:lnTo>
                    <a:pt x="722672" y="52050"/>
                  </a:lnTo>
                  <a:cubicBezTo>
                    <a:pt x="661540" y="58557"/>
                    <a:pt x="615690" y="69401"/>
                    <a:pt x="591674" y="80244"/>
                  </a:cubicBezTo>
                  <a:cubicBezTo>
                    <a:pt x="565474" y="93257"/>
                    <a:pt x="552375" y="119282"/>
                    <a:pt x="552375" y="158320"/>
                  </a:cubicBezTo>
                  <a:cubicBezTo>
                    <a:pt x="552375" y="177839"/>
                    <a:pt x="554558" y="195189"/>
                    <a:pt x="561108" y="212539"/>
                  </a:cubicBezTo>
                  <a:cubicBezTo>
                    <a:pt x="565474" y="229890"/>
                    <a:pt x="576391" y="255915"/>
                    <a:pt x="589491" y="288446"/>
                  </a:cubicBezTo>
                  <a:lnTo>
                    <a:pt x="967201" y="1192823"/>
                  </a:lnTo>
                  <a:lnTo>
                    <a:pt x="1288146" y="394716"/>
                  </a:lnTo>
                  <a:cubicBezTo>
                    <a:pt x="1303429" y="355678"/>
                    <a:pt x="1318712" y="314472"/>
                    <a:pt x="1331812" y="271096"/>
                  </a:cubicBezTo>
                  <a:cubicBezTo>
                    <a:pt x="1344912" y="227721"/>
                    <a:pt x="1351462" y="195189"/>
                    <a:pt x="1351462" y="173502"/>
                  </a:cubicBezTo>
                  <a:cubicBezTo>
                    <a:pt x="1351462" y="127957"/>
                    <a:pt x="1329629" y="93257"/>
                    <a:pt x="1285963" y="73738"/>
                  </a:cubicBezTo>
                  <a:cubicBezTo>
                    <a:pt x="1259763" y="62894"/>
                    <a:pt x="1222647" y="56388"/>
                    <a:pt x="1178981" y="52050"/>
                  </a:cubicBezTo>
                  <a:lnTo>
                    <a:pt x="1178981" y="0"/>
                  </a:lnTo>
                  <a:lnTo>
                    <a:pt x="1678957" y="0"/>
                  </a:lnTo>
                  <a:lnTo>
                    <a:pt x="1678957" y="52050"/>
                  </a:lnTo>
                  <a:cubicBezTo>
                    <a:pt x="1620008" y="56388"/>
                    <a:pt x="1578525" y="75907"/>
                    <a:pt x="1552325" y="110607"/>
                  </a:cubicBezTo>
                  <a:cubicBezTo>
                    <a:pt x="1526126" y="145308"/>
                    <a:pt x="1489010" y="223383"/>
                    <a:pt x="1440977" y="344834"/>
                  </a:cubicBezTo>
                  <a:lnTo>
                    <a:pt x="925719" y="1626577"/>
                  </a:lnTo>
                  <a:cubicBezTo>
                    <a:pt x="916985" y="1648265"/>
                    <a:pt x="908252" y="1663446"/>
                    <a:pt x="901702" y="1672121"/>
                  </a:cubicBezTo>
                  <a:cubicBezTo>
                    <a:pt x="895152" y="1680796"/>
                    <a:pt x="888603" y="1685134"/>
                    <a:pt x="877686" y="1685134"/>
                  </a:cubicBezTo>
                  <a:cubicBezTo>
                    <a:pt x="866770" y="1685134"/>
                    <a:pt x="855853" y="1678627"/>
                    <a:pt x="847120" y="1663446"/>
                  </a:cubicBezTo>
                  <a:cubicBezTo>
                    <a:pt x="838387" y="1650433"/>
                    <a:pt x="829654" y="1633083"/>
                    <a:pt x="820920" y="1613564"/>
                  </a:cubicBezTo>
                  <a:lnTo>
                    <a:pt x="272912" y="310134"/>
                  </a:lnTo>
                  <a:cubicBezTo>
                    <a:pt x="229246" y="203864"/>
                    <a:pt x="181214" y="132295"/>
                    <a:pt x="130998" y="95426"/>
                  </a:cubicBezTo>
                  <a:cubicBezTo>
                    <a:pt x="100432" y="73738"/>
                    <a:pt x="56766" y="58557"/>
                    <a:pt x="0" y="52050"/>
                  </a:cubicBezTo>
                  <a:lnTo>
                    <a:pt x="0" y="0"/>
                  </a:lnTo>
                  <a:lnTo>
                    <a:pt x="722672" y="0"/>
                  </a:lnTo>
                  <a:close/>
                </a:path>
              </a:pathLst>
            </a:custGeom>
            <a:solidFill>
              <a:schemeClr val="bg1"/>
            </a:solidFill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5CC1CB7-4AF5-BC47-D095-349F8914D356}"/>
                </a:ext>
              </a:extLst>
            </p:cNvPr>
            <p:cNvSpPr/>
            <p:nvPr/>
          </p:nvSpPr>
          <p:spPr>
            <a:xfrm>
              <a:off x="4077262" y="2586247"/>
              <a:ext cx="1709522" cy="1680796"/>
            </a:xfrm>
            <a:custGeom>
              <a:avLst/>
              <a:gdLst>
                <a:gd name="connsiteX0" fmla="*/ 528358 w 1709522"/>
                <a:gd name="connsiteY0" fmla="*/ 0 h 1680796"/>
                <a:gd name="connsiteX1" fmla="*/ 528358 w 1709522"/>
                <a:gd name="connsiteY1" fmla="*/ 1136435 h 1680796"/>
                <a:gd name="connsiteX2" fmla="*/ 563291 w 1709522"/>
                <a:gd name="connsiteY2" fmla="*/ 1329456 h 1680796"/>
                <a:gd name="connsiteX3" fmla="*/ 810004 w 1709522"/>
                <a:gd name="connsiteY3" fmla="*/ 1463919 h 1680796"/>
                <a:gd name="connsiteX4" fmla="*/ 1050166 w 1709522"/>
                <a:gd name="connsiteY4" fmla="*/ 1383675 h 1680796"/>
                <a:gd name="connsiteX5" fmla="*/ 1185531 w 1709522"/>
                <a:gd name="connsiteY5" fmla="*/ 1262224 h 1680796"/>
                <a:gd name="connsiteX6" fmla="*/ 1185531 w 1709522"/>
                <a:gd name="connsiteY6" fmla="*/ 290615 h 1680796"/>
                <a:gd name="connsiteX7" fmla="*/ 1130949 w 1709522"/>
                <a:gd name="connsiteY7" fmla="*/ 110607 h 1680796"/>
                <a:gd name="connsiteX8" fmla="*/ 916985 w 1709522"/>
                <a:gd name="connsiteY8" fmla="*/ 58557 h 1680796"/>
                <a:gd name="connsiteX9" fmla="*/ 916985 w 1709522"/>
                <a:gd name="connsiteY9" fmla="*/ 0 h 1680796"/>
                <a:gd name="connsiteX10" fmla="*/ 1489010 w 1709522"/>
                <a:gd name="connsiteY10" fmla="*/ 0 h 1680796"/>
                <a:gd name="connsiteX11" fmla="*/ 1489010 w 1709522"/>
                <a:gd name="connsiteY11" fmla="*/ 1266561 h 1680796"/>
                <a:gd name="connsiteX12" fmla="*/ 1530492 w 1709522"/>
                <a:gd name="connsiteY12" fmla="*/ 1427050 h 1680796"/>
                <a:gd name="connsiteX13" fmla="*/ 1709523 w 1709522"/>
                <a:gd name="connsiteY13" fmla="*/ 1466088 h 1680796"/>
                <a:gd name="connsiteX14" fmla="*/ 1709523 w 1709522"/>
                <a:gd name="connsiteY14" fmla="*/ 1518138 h 1680796"/>
                <a:gd name="connsiteX15" fmla="*/ 1567609 w 1709522"/>
                <a:gd name="connsiteY15" fmla="*/ 1557176 h 1680796"/>
                <a:gd name="connsiteX16" fmla="*/ 1414778 w 1709522"/>
                <a:gd name="connsiteY16" fmla="*/ 1604889 h 1680796"/>
                <a:gd name="connsiteX17" fmla="*/ 1213914 w 1709522"/>
                <a:gd name="connsiteY17" fmla="*/ 1680796 h 1680796"/>
                <a:gd name="connsiteX18" fmla="*/ 1202997 w 1709522"/>
                <a:gd name="connsiteY18" fmla="*/ 1672121 h 1680796"/>
                <a:gd name="connsiteX19" fmla="*/ 1200814 w 1709522"/>
                <a:gd name="connsiteY19" fmla="*/ 1652602 h 1680796"/>
                <a:gd name="connsiteX20" fmla="*/ 1200814 w 1709522"/>
                <a:gd name="connsiteY20" fmla="*/ 1359818 h 1680796"/>
                <a:gd name="connsiteX21" fmla="*/ 978118 w 1709522"/>
                <a:gd name="connsiteY21" fmla="*/ 1572358 h 1680796"/>
                <a:gd name="connsiteX22" fmla="*/ 654990 w 1709522"/>
                <a:gd name="connsiteY22" fmla="*/ 1678627 h 1680796"/>
                <a:gd name="connsiteX23" fmla="*/ 360244 w 1709522"/>
                <a:gd name="connsiteY23" fmla="*/ 1568020 h 1680796"/>
                <a:gd name="connsiteX24" fmla="*/ 220513 w 1709522"/>
                <a:gd name="connsiteY24" fmla="*/ 1203667 h 1680796"/>
                <a:gd name="connsiteX25" fmla="*/ 220513 w 1709522"/>
                <a:gd name="connsiteY25" fmla="*/ 286278 h 1680796"/>
                <a:gd name="connsiteX26" fmla="*/ 161564 w 1709522"/>
                <a:gd name="connsiteY26" fmla="*/ 95426 h 1680796"/>
                <a:gd name="connsiteX27" fmla="*/ 0 w 1709522"/>
                <a:gd name="connsiteY27" fmla="*/ 54219 h 1680796"/>
                <a:gd name="connsiteX28" fmla="*/ 0 w 1709522"/>
                <a:gd name="connsiteY28" fmla="*/ 0 h 1680796"/>
                <a:gd name="connsiteX29" fmla="*/ 528358 w 1709522"/>
                <a:gd name="connsiteY29" fmla="*/ 0 h 168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09522" h="1680796">
                  <a:moveTo>
                    <a:pt x="528358" y="0"/>
                  </a:moveTo>
                  <a:lnTo>
                    <a:pt x="528358" y="1136435"/>
                  </a:lnTo>
                  <a:cubicBezTo>
                    <a:pt x="528358" y="1216680"/>
                    <a:pt x="539275" y="1281743"/>
                    <a:pt x="563291" y="1329456"/>
                  </a:cubicBezTo>
                  <a:cubicBezTo>
                    <a:pt x="606957" y="1418375"/>
                    <a:pt x="689922" y="1463919"/>
                    <a:pt x="810004" y="1463919"/>
                  </a:cubicBezTo>
                  <a:cubicBezTo>
                    <a:pt x="890786" y="1463919"/>
                    <a:pt x="971568" y="1437894"/>
                    <a:pt x="1050166" y="1383675"/>
                  </a:cubicBezTo>
                  <a:cubicBezTo>
                    <a:pt x="1093832" y="1353312"/>
                    <a:pt x="1139682" y="1314274"/>
                    <a:pt x="1185531" y="1262224"/>
                  </a:cubicBezTo>
                  <a:lnTo>
                    <a:pt x="1185531" y="290615"/>
                  </a:lnTo>
                  <a:cubicBezTo>
                    <a:pt x="1185531" y="199527"/>
                    <a:pt x="1168065" y="138801"/>
                    <a:pt x="1130949" y="110607"/>
                  </a:cubicBezTo>
                  <a:cubicBezTo>
                    <a:pt x="1096016" y="82413"/>
                    <a:pt x="1023967" y="65063"/>
                    <a:pt x="916985" y="58557"/>
                  </a:cubicBezTo>
                  <a:lnTo>
                    <a:pt x="916985" y="0"/>
                  </a:lnTo>
                  <a:lnTo>
                    <a:pt x="1489010" y="0"/>
                  </a:lnTo>
                  <a:lnTo>
                    <a:pt x="1489010" y="1266561"/>
                  </a:lnTo>
                  <a:cubicBezTo>
                    <a:pt x="1489010" y="1344637"/>
                    <a:pt x="1502110" y="1398856"/>
                    <a:pt x="1530492" y="1427050"/>
                  </a:cubicBezTo>
                  <a:cubicBezTo>
                    <a:pt x="1558875" y="1457413"/>
                    <a:pt x="1617824" y="1470426"/>
                    <a:pt x="1709523" y="1466088"/>
                  </a:cubicBezTo>
                  <a:lnTo>
                    <a:pt x="1709523" y="1518138"/>
                  </a:lnTo>
                  <a:cubicBezTo>
                    <a:pt x="1644024" y="1535489"/>
                    <a:pt x="1598175" y="1548501"/>
                    <a:pt x="1567609" y="1557176"/>
                  </a:cubicBezTo>
                  <a:cubicBezTo>
                    <a:pt x="1537042" y="1565851"/>
                    <a:pt x="1486826" y="1581033"/>
                    <a:pt x="1414778" y="1604889"/>
                  </a:cubicBezTo>
                  <a:cubicBezTo>
                    <a:pt x="1384211" y="1615733"/>
                    <a:pt x="1316529" y="1639590"/>
                    <a:pt x="1213914" y="1680796"/>
                  </a:cubicBezTo>
                  <a:cubicBezTo>
                    <a:pt x="1207364" y="1680796"/>
                    <a:pt x="1205181" y="1678627"/>
                    <a:pt x="1202997" y="1672121"/>
                  </a:cubicBezTo>
                  <a:cubicBezTo>
                    <a:pt x="1200814" y="1665615"/>
                    <a:pt x="1200814" y="1659108"/>
                    <a:pt x="1200814" y="1652602"/>
                  </a:cubicBezTo>
                  <a:lnTo>
                    <a:pt x="1200814" y="1359818"/>
                  </a:lnTo>
                  <a:cubicBezTo>
                    <a:pt x="1120032" y="1455244"/>
                    <a:pt x="1045800" y="1526814"/>
                    <a:pt x="978118" y="1572358"/>
                  </a:cubicBezTo>
                  <a:cubicBezTo>
                    <a:pt x="875503" y="1643927"/>
                    <a:pt x="768521" y="1678627"/>
                    <a:pt x="654990" y="1678627"/>
                  </a:cubicBezTo>
                  <a:cubicBezTo>
                    <a:pt x="550191" y="1678627"/>
                    <a:pt x="451943" y="1641758"/>
                    <a:pt x="360244" y="1568020"/>
                  </a:cubicBezTo>
                  <a:cubicBezTo>
                    <a:pt x="266362" y="1496451"/>
                    <a:pt x="220513" y="1375000"/>
                    <a:pt x="220513" y="1203667"/>
                  </a:cubicBezTo>
                  <a:lnTo>
                    <a:pt x="220513" y="286278"/>
                  </a:lnTo>
                  <a:cubicBezTo>
                    <a:pt x="220513" y="190852"/>
                    <a:pt x="200863" y="127957"/>
                    <a:pt x="161564" y="95426"/>
                  </a:cubicBezTo>
                  <a:cubicBezTo>
                    <a:pt x="135364" y="75907"/>
                    <a:pt x="82965" y="60726"/>
                    <a:pt x="0" y="54219"/>
                  </a:cubicBezTo>
                  <a:lnTo>
                    <a:pt x="0" y="0"/>
                  </a:lnTo>
                  <a:lnTo>
                    <a:pt x="528358" y="0"/>
                  </a:lnTo>
                  <a:close/>
                </a:path>
              </a:pathLst>
            </a:custGeom>
            <a:solidFill>
              <a:schemeClr val="bg1"/>
            </a:solidFill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B96A531-B734-C839-0DD5-8E71CD60D3AB}"/>
                </a:ext>
              </a:extLst>
            </p:cNvPr>
            <p:cNvSpPr/>
            <p:nvPr/>
          </p:nvSpPr>
          <p:spPr>
            <a:xfrm>
              <a:off x="5965815" y="2581910"/>
              <a:ext cx="1593807" cy="1691640"/>
            </a:xfrm>
            <a:custGeom>
              <a:avLst/>
              <a:gdLst>
                <a:gd name="connsiteX0" fmla="*/ 499975 w 1593807"/>
                <a:gd name="connsiteY0" fmla="*/ 190852 h 1691640"/>
                <a:gd name="connsiteX1" fmla="*/ 323128 w 1593807"/>
                <a:gd name="connsiteY1" fmla="*/ 739550 h 1691640"/>
                <a:gd name="connsiteX2" fmla="*/ 465043 w 1593807"/>
                <a:gd name="connsiteY2" fmla="*/ 1320781 h 1691640"/>
                <a:gd name="connsiteX3" fmla="*/ 858036 w 1593807"/>
                <a:gd name="connsiteY3" fmla="*/ 1589708 h 1691640"/>
                <a:gd name="connsiteX4" fmla="*/ 1161515 w 1593807"/>
                <a:gd name="connsiteY4" fmla="*/ 1409700 h 1691640"/>
                <a:gd name="connsiteX5" fmla="*/ 1268496 w 1593807"/>
                <a:gd name="connsiteY5" fmla="*/ 939077 h 1691640"/>
                <a:gd name="connsiteX6" fmla="*/ 1133132 w 1593807"/>
                <a:gd name="connsiteY6" fmla="*/ 368691 h 1691640"/>
                <a:gd name="connsiteX7" fmla="*/ 740138 w 1593807"/>
                <a:gd name="connsiteY7" fmla="*/ 101932 h 1691640"/>
                <a:gd name="connsiteX8" fmla="*/ 499975 w 1593807"/>
                <a:gd name="connsiteY8" fmla="*/ 190852 h 1691640"/>
                <a:gd name="connsiteX9" fmla="*/ 222696 w 1593807"/>
                <a:gd name="connsiteY9" fmla="*/ 240733 h 1691640"/>
                <a:gd name="connsiteX10" fmla="*/ 792537 w 1593807"/>
                <a:gd name="connsiteY10" fmla="*/ 0 h 1691640"/>
                <a:gd name="connsiteX11" fmla="*/ 1366745 w 1593807"/>
                <a:gd name="connsiteY11" fmla="*/ 227721 h 1691640"/>
                <a:gd name="connsiteX12" fmla="*/ 1593808 w 1593807"/>
                <a:gd name="connsiteY12" fmla="*/ 832807 h 1691640"/>
                <a:gd name="connsiteX13" fmla="*/ 1373295 w 1593807"/>
                <a:gd name="connsiteY13" fmla="*/ 1435725 h 1691640"/>
                <a:gd name="connsiteX14" fmla="*/ 803454 w 1593807"/>
                <a:gd name="connsiteY14" fmla="*/ 1691640 h 1691640"/>
                <a:gd name="connsiteX15" fmla="*/ 233613 w 1593807"/>
                <a:gd name="connsiteY15" fmla="*/ 1446569 h 1691640"/>
                <a:gd name="connsiteX16" fmla="*/ 0 w 1593807"/>
                <a:gd name="connsiteY16" fmla="*/ 828470 h 1691640"/>
                <a:gd name="connsiteX17" fmla="*/ 222696 w 1593807"/>
                <a:gd name="connsiteY17" fmla="*/ 240733 h 169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3807" h="1691640">
                  <a:moveTo>
                    <a:pt x="499975" y="190852"/>
                  </a:moveTo>
                  <a:cubicBezTo>
                    <a:pt x="382077" y="297121"/>
                    <a:pt x="323128" y="479298"/>
                    <a:pt x="323128" y="739550"/>
                  </a:cubicBezTo>
                  <a:cubicBezTo>
                    <a:pt x="323128" y="947752"/>
                    <a:pt x="371161" y="1140773"/>
                    <a:pt x="465043" y="1320781"/>
                  </a:cubicBezTo>
                  <a:cubicBezTo>
                    <a:pt x="558924" y="1500788"/>
                    <a:pt x="689922" y="1589708"/>
                    <a:pt x="858036" y="1589708"/>
                  </a:cubicBezTo>
                  <a:cubicBezTo>
                    <a:pt x="989034" y="1589708"/>
                    <a:pt x="1091649" y="1528982"/>
                    <a:pt x="1161515" y="1409700"/>
                  </a:cubicBezTo>
                  <a:cubicBezTo>
                    <a:pt x="1233564" y="1290418"/>
                    <a:pt x="1268496" y="1132098"/>
                    <a:pt x="1268496" y="939077"/>
                  </a:cubicBezTo>
                  <a:cubicBezTo>
                    <a:pt x="1268496" y="737382"/>
                    <a:pt x="1222647" y="546530"/>
                    <a:pt x="1133132" y="368691"/>
                  </a:cubicBezTo>
                  <a:cubicBezTo>
                    <a:pt x="1043617" y="190852"/>
                    <a:pt x="912619" y="101932"/>
                    <a:pt x="740138" y="101932"/>
                  </a:cubicBezTo>
                  <a:cubicBezTo>
                    <a:pt x="648440" y="101932"/>
                    <a:pt x="567658" y="132295"/>
                    <a:pt x="499975" y="190852"/>
                  </a:cubicBezTo>
                  <a:moveTo>
                    <a:pt x="222696" y="240733"/>
                  </a:moveTo>
                  <a:cubicBezTo>
                    <a:pt x="368977" y="80244"/>
                    <a:pt x="558924" y="0"/>
                    <a:pt x="792537" y="0"/>
                  </a:cubicBezTo>
                  <a:cubicBezTo>
                    <a:pt x="1023967" y="0"/>
                    <a:pt x="1216097" y="75907"/>
                    <a:pt x="1366745" y="227721"/>
                  </a:cubicBezTo>
                  <a:cubicBezTo>
                    <a:pt x="1517393" y="379535"/>
                    <a:pt x="1593808" y="579061"/>
                    <a:pt x="1593808" y="832807"/>
                  </a:cubicBezTo>
                  <a:cubicBezTo>
                    <a:pt x="1593808" y="1064866"/>
                    <a:pt x="1519576" y="1266561"/>
                    <a:pt x="1373295" y="1435725"/>
                  </a:cubicBezTo>
                  <a:cubicBezTo>
                    <a:pt x="1227014" y="1604889"/>
                    <a:pt x="1037067" y="1691640"/>
                    <a:pt x="803454" y="1691640"/>
                  </a:cubicBezTo>
                  <a:cubicBezTo>
                    <a:pt x="578574" y="1691640"/>
                    <a:pt x="388627" y="1609227"/>
                    <a:pt x="233613" y="1446569"/>
                  </a:cubicBezTo>
                  <a:cubicBezTo>
                    <a:pt x="78599" y="1281743"/>
                    <a:pt x="0" y="1075710"/>
                    <a:pt x="0" y="828470"/>
                  </a:cubicBezTo>
                  <a:cubicBezTo>
                    <a:pt x="0" y="596412"/>
                    <a:pt x="74232" y="399054"/>
                    <a:pt x="222696" y="240733"/>
                  </a:cubicBezTo>
                </a:path>
              </a:pathLst>
            </a:custGeom>
            <a:solidFill>
              <a:schemeClr val="bg1"/>
            </a:solidFill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610DDD3-73BA-F953-9B78-5CB7F2746BB0}"/>
                </a:ext>
              </a:extLst>
            </p:cNvPr>
            <p:cNvSpPr/>
            <p:nvPr/>
          </p:nvSpPr>
          <p:spPr>
            <a:xfrm>
              <a:off x="7736470" y="2586247"/>
              <a:ext cx="1211730" cy="1674289"/>
            </a:xfrm>
            <a:custGeom>
              <a:avLst/>
              <a:gdLst>
                <a:gd name="connsiteX0" fmla="*/ 0 w 1211730"/>
                <a:gd name="connsiteY0" fmla="*/ 1620071 h 1674289"/>
                <a:gd name="connsiteX1" fmla="*/ 218330 w 1211730"/>
                <a:gd name="connsiteY1" fmla="*/ 1561514 h 1674289"/>
                <a:gd name="connsiteX2" fmla="*/ 272912 w 1211730"/>
                <a:gd name="connsiteY2" fmla="*/ 1375000 h 1674289"/>
                <a:gd name="connsiteX3" fmla="*/ 272912 w 1211730"/>
                <a:gd name="connsiteY3" fmla="*/ 568218 h 1674289"/>
                <a:gd name="connsiteX4" fmla="*/ 240163 w 1211730"/>
                <a:gd name="connsiteY4" fmla="*/ 316640 h 1674289"/>
                <a:gd name="connsiteX5" fmla="*/ 117898 w 1211730"/>
                <a:gd name="connsiteY5" fmla="*/ 240733 h 1674289"/>
                <a:gd name="connsiteX6" fmla="*/ 69866 w 1211730"/>
                <a:gd name="connsiteY6" fmla="*/ 245071 h 1674289"/>
                <a:gd name="connsiteX7" fmla="*/ 6550 w 1211730"/>
                <a:gd name="connsiteY7" fmla="*/ 255915 h 1674289"/>
                <a:gd name="connsiteX8" fmla="*/ 6550 w 1211730"/>
                <a:gd name="connsiteY8" fmla="*/ 199527 h 1674289"/>
                <a:gd name="connsiteX9" fmla="*/ 218330 w 1211730"/>
                <a:gd name="connsiteY9" fmla="*/ 127957 h 1674289"/>
                <a:gd name="connsiteX10" fmla="*/ 368977 w 1211730"/>
                <a:gd name="connsiteY10" fmla="*/ 75907 h 1674289"/>
                <a:gd name="connsiteX11" fmla="*/ 554558 w 1211730"/>
                <a:gd name="connsiteY11" fmla="*/ 0 h 1674289"/>
                <a:gd name="connsiteX12" fmla="*/ 569841 w 1211730"/>
                <a:gd name="connsiteY12" fmla="*/ 8675 h 1674289"/>
                <a:gd name="connsiteX13" fmla="*/ 572025 w 1211730"/>
                <a:gd name="connsiteY13" fmla="*/ 49882 h 1674289"/>
                <a:gd name="connsiteX14" fmla="*/ 572025 w 1211730"/>
                <a:gd name="connsiteY14" fmla="*/ 344834 h 1674289"/>
                <a:gd name="connsiteX15" fmla="*/ 790354 w 1211730"/>
                <a:gd name="connsiteY15" fmla="*/ 95426 h 1674289"/>
                <a:gd name="connsiteX16" fmla="*/ 1008684 w 1211730"/>
                <a:gd name="connsiteY16" fmla="*/ 6506 h 1674289"/>
                <a:gd name="connsiteX17" fmla="*/ 1154965 w 1211730"/>
                <a:gd name="connsiteY17" fmla="*/ 60726 h 1674289"/>
                <a:gd name="connsiteX18" fmla="*/ 1211731 w 1211730"/>
                <a:gd name="connsiteY18" fmla="*/ 199527 h 1674289"/>
                <a:gd name="connsiteX19" fmla="*/ 1168065 w 1211730"/>
                <a:gd name="connsiteY19" fmla="*/ 323147 h 1674289"/>
                <a:gd name="connsiteX20" fmla="*/ 1061083 w 1211730"/>
                <a:gd name="connsiteY20" fmla="*/ 373028 h 1674289"/>
                <a:gd name="connsiteX21" fmla="*/ 927902 w 1211730"/>
                <a:gd name="connsiteY21" fmla="*/ 310134 h 1674289"/>
                <a:gd name="connsiteX22" fmla="*/ 823104 w 1211730"/>
                <a:gd name="connsiteY22" fmla="*/ 247240 h 1674289"/>
                <a:gd name="connsiteX23" fmla="*/ 672456 w 1211730"/>
                <a:gd name="connsiteY23" fmla="*/ 347003 h 1674289"/>
                <a:gd name="connsiteX24" fmla="*/ 582941 w 1211730"/>
                <a:gd name="connsiteY24" fmla="*/ 553036 h 1674289"/>
                <a:gd name="connsiteX25" fmla="*/ 582941 w 1211730"/>
                <a:gd name="connsiteY25" fmla="*/ 1351143 h 1674289"/>
                <a:gd name="connsiteX26" fmla="*/ 654990 w 1211730"/>
                <a:gd name="connsiteY26" fmla="*/ 1561514 h 1674289"/>
                <a:gd name="connsiteX27" fmla="*/ 895152 w 1211730"/>
                <a:gd name="connsiteY27" fmla="*/ 1615733 h 1674289"/>
                <a:gd name="connsiteX28" fmla="*/ 895152 w 1211730"/>
                <a:gd name="connsiteY28" fmla="*/ 1674290 h 1674289"/>
                <a:gd name="connsiteX29" fmla="*/ 4367 w 1211730"/>
                <a:gd name="connsiteY29" fmla="*/ 1674290 h 1674289"/>
                <a:gd name="connsiteX30" fmla="*/ 4367 w 1211730"/>
                <a:gd name="connsiteY30" fmla="*/ 1620071 h 167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11730" h="1674289">
                  <a:moveTo>
                    <a:pt x="0" y="1620071"/>
                  </a:moveTo>
                  <a:cubicBezTo>
                    <a:pt x="109165" y="1611396"/>
                    <a:pt x="183397" y="1591877"/>
                    <a:pt x="218330" y="1561514"/>
                  </a:cubicBezTo>
                  <a:cubicBezTo>
                    <a:pt x="255446" y="1533320"/>
                    <a:pt x="272912" y="1470426"/>
                    <a:pt x="272912" y="1375000"/>
                  </a:cubicBezTo>
                  <a:lnTo>
                    <a:pt x="272912" y="568218"/>
                  </a:lnTo>
                  <a:cubicBezTo>
                    <a:pt x="272912" y="451104"/>
                    <a:pt x="261996" y="368691"/>
                    <a:pt x="240163" y="316640"/>
                  </a:cubicBezTo>
                  <a:cubicBezTo>
                    <a:pt x="218330" y="266759"/>
                    <a:pt x="176847" y="240733"/>
                    <a:pt x="117898" y="240733"/>
                  </a:cubicBezTo>
                  <a:cubicBezTo>
                    <a:pt x="104798" y="240733"/>
                    <a:pt x="89515" y="242902"/>
                    <a:pt x="69866" y="245071"/>
                  </a:cubicBezTo>
                  <a:cubicBezTo>
                    <a:pt x="50216" y="247240"/>
                    <a:pt x="28383" y="251577"/>
                    <a:pt x="6550" y="255915"/>
                  </a:cubicBezTo>
                  <a:lnTo>
                    <a:pt x="6550" y="199527"/>
                  </a:lnTo>
                  <a:cubicBezTo>
                    <a:pt x="74232" y="175670"/>
                    <a:pt x="146281" y="151814"/>
                    <a:pt x="218330" y="127957"/>
                  </a:cubicBezTo>
                  <a:cubicBezTo>
                    <a:pt x="290379" y="101932"/>
                    <a:pt x="340595" y="84582"/>
                    <a:pt x="368977" y="75907"/>
                  </a:cubicBezTo>
                  <a:cubicBezTo>
                    <a:pt x="427927" y="54219"/>
                    <a:pt x="491242" y="28194"/>
                    <a:pt x="554558" y="0"/>
                  </a:cubicBezTo>
                  <a:cubicBezTo>
                    <a:pt x="563291" y="0"/>
                    <a:pt x="567658" y="2169"/>
                    <a:pt x="569841" y="8675"/>
                  </a:cubicBezTo>
                  <a:cubicBezTo>
                    <a:pt x="572025" y="15181"/>
                    <a:pt x="572025" y="28194"/>
                    <a:pt x="572025" y="49882"/>
                  </a:cubicBezTo>
                  <a:lnTo>
                    <a:pt x="572025" y="344834"/>
                  </a:lnTo>
                  <a:cubicBezTo>
                    <a:pt x="646257" y="238565"/>
                    <a:pt x="720489" y="156151"/>
                    <a:pt x="790354" y="95426"/>
                  </a:cubicBezTo>
                  <a:cubicBezTo>
                    <a:pt x="860220" y="36869"/>
                    <a:pt x="932269" y="6506"/>
                    <a:pt x="1008684" y="6506"/>
                  </a:cubicBezTo>
                  <a:cubicBezTo>
                    <a:pt x="1067633" y="6506"/>
                    <a:pt x="1117849" y="23856"/>
                    <a:pt x="1154965" y="60726"/>
                  </a:cubicBezTo>
                  <a:cubicBezTo>
                    <a:pt x="1192081" y="97595"/>
                    <a:pt x="1211731" y="143139"/>
                    <a:pt x="1211731" y="199527"/>
                  </a:cubicBezTo>
                  <a:cubicBezTo>
                    <a:pt x="1211731" y="249408"/>
                    <a:pt x="1196448" y="290615"/>
                    <a:pt x="1168065" y="323147"/>
                  </a:cubicBezTo>
                  <a:cubicBezTo>
                    <a:pt x="1139682" y="355678"/>
                    <a:pt x="1102566" y="373028"/>
                    <a:pt x="1061083" y="373028"/>
                  </a:cubicBezTo>
                  <a:cubicBezTo>
                    <a:pt x="1017417" y="373028"/>
                    <a:pt x="971568" y="351341"/>
                    <a:pt x="927902" y="310134"/>
                  </a:cubicBezTo>
                  <a:cubicBezTo>
                    <a:pt x="882053" y="268927"/>
                    <a:pt x="847120" y="247240"/>
                    <a:pt x="823104" y="247240"/>
                  </a:cubicBezTo>
                  <a:cubicBezTo>
                    <a:pt x="781621" y="247240"/>
                    <a:pt x="731405" y="281940"/>
                    <a:pt x="672456" y="347003"/>
                  </a:cubicBezTo>
                  <a:cubicBezTo>
                    <a:pt x="613507" y="414235"/>
                    <a:pt x="582941" y="483636"/>
                    <a:pt x="582941" y="553036"/>
                  </a:cubicBezTo>
                  <a:lnTo>
                    <a:pt x="582941" y="1351143"/>
                  </a:lnTo>
                  <a:cubicBezTo>
                    <a:pt x="582941" y="1450907"/>
                    <a:pt x="606957" y="1522476"/>
                    <a:pt x="654990" y="1561514"/>
                  </a:cubicBezTo>
                  <a:cubicBezTo>
                    <a:pt x="703022" y="1600552"/>
                    <a:pt x="783804" y="1620071"/>
                    <a:pt x="895152" y="1615733"/>
                  </a:cubicBezTo>
                  <a:lnTo>
                    <a:pt x="895152" y="1674290"/>
                  </a:lnTo>
                  <a:lnTo>
                    <a:pt x="4367" y="1674290"/>
                  </a:lnTo>
                  <a:lnTo>
                    <a:pt x="4367" y="1620071"/>
                  </a:lnTo>
                  <a:close/>
                </a:path>
              </a:pathLst>
            </a:custGeom>
            <a:solidFill>
              <a:schemeClr val="bg1"/>
            </a:solidFill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992D36B-788A-2D89-AF96-C65CF364E0D7}"/>
                </a:ext>
              </a:extLst>
            </p:cNvPr>
            <p:cNvSpPr/>
            <p:nvPr/>
          </p:nvSpPr>
          <p:spPr>
            <a:xfrm>
              <a:off x="9039900" y="2592186"/>
              <a:ext cx="871135" cy="1670519"/>
            </a:xfrm>
            <a:custGeom>
              <a:avLst/>
              <a:gdLst>
                <a:gd name="connsiteX0" fmla="*/ 585124 w 871135"/>
                <a:gd name="connsiteY0" fmla="*/ 567 h 1670519"/>
                <a:gd name="connsiteX1" fmla="*/ 598224 w 871135"/>
                <a:gd name="connsiteY1" fmla="*/ 26592 h 1670519"/>
                <a:gd name="connsiteX2" fmla="*/ 598224 w 871135"/>
                <a:gd name="connsiteY2" fmla="*/ 1301829 h 1670519"/>
                <a:gd name="connsiteX3" fmla="*/ 648439 w 871135"/>
                <a:gd name="connsiteY3" fmla="*/ 1553406 h 1670519"/>
                <a:gd name="connsiteX4" fmla="*/ 871136 w 871135"/>
                <a:gd name="connsiteY4" fmla="*/ 1618469 h 1670519"/>
                <a:gd name="connsiteX5" fmla="*/ 871136 w 871135"/>
                <a:gd name="connsiteY5" fmla="*/ 1670520 h 1670519"/>
                <a:gd name="connsiteX6" fmla="*/ 0 w 871135"/>
                <a:gd name="connsiteY6" fmla="*/ 1670520 h 1670519"/>
                <a:gd name="connsiteX7" fmla="*/ 0 w 871135"/>
                <a:gd name="connsiteY7" fmla="*/ 1618469 h 1670519"/>
                <a:gd name="connsiteX8" fmla="*/ 242346 w 871135"/>
                <a:gd name="connsiteY8" fmla="*/ 1555575 h 1670519"/>
                <a:gd name="connsiteX9" fmla="*/ 292562 w 871135"/>
                <a:gd name="connsiteY9" fmla="*/ 1303998 h 1670519"/>
                <a:gd name="connsiteX10" fmla="*/ 292562 w 871135"/>
                <a:gd name="connsiteY10" fmla="*/ 445165 h 1670519"/>
                <a:gd name="connsiteX11" fmla="*/ 277279 w 871135"/>
                <a:gd name="connsiteY11" fmla="*/ 286845 h 1670519"/>
                <a:gd name="connsiteX12" fmla="*/ 165931 w 871135"/>
                <a:gd name="connsiteY12" fmla="*/ 213107 h 1670519"/>
                <a:gd name="connsiteX13" fmla="*/ 128814 w 871135"/>
                <a:gd name="connsiteY13" fmla="*/ 217444 h 1670519"/>
                <a:gd name="connsiteX14" fmla="*/ 21833 w 871135"/>
                <a:gd name="connsiteY14" fmla="*/ 245638 h 1670519"/>
                <a:gd name="connsiteX15" fmla="*/ 21833 w 871135"/>
                <a:gd name="connsiteY15" fmla="*/ 176238 h 1670519"/>
                <a:gd name="connsiteX16" fmla="*/ 585124 w 871135"/>
                <a:gd name="connsiteY16" fmla="*/ 567 h 167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71135" h="1670519">
                  <a:moveTo>
                    <a:pt x="585124" y="567"/>
                  </a:moveTo>
                  <a:cubicBezTo>
                    <a:pt x="600407" y="-3770"/>
                    <a:pt x="598224" y="17917"/>
                    <a:pt x="598224" y="26592"/>
                  </a:cubicBezTo>
                  <a:lnTo>
                    <a:pt x="598224" y="1301829"/>
                  </a:lnTo>
                  <a:cubicBezTo>
                    <a:pt x="598224" y="1436292"/>
                    <a:pt x="613507" y="1520874"/>
                    <a:pt x="648439" y="1553406"/>
                  </a:cubicBezTo>
                  <a:cubicBezTo>
                    <a:pt x="681189" y="1588106"/>
                    <a:pt x="755421" y="1609794"/>
                    <a:pt x="871136" y="1618469"/>
                  </a:cubicBezTo>
                  <a:lnTo>
                    <a:pt x="871136" y="1670520"/>
                  </a:lnTo>
                  <a:lnTo>
                    <a:pt x="0" y="1670520"/>
                  </a:lnTo>
                  <a:lnTo>
                    <a:pt x="0" y="1618469"/>
                  </a:lnTo>
                  <a:cubicBezTo>
                    <a:pt x="128814" y="1607625"/>
                    <a:pt x="209597" y="1585938"/>
                    <a:pt x="242346" y="1555575"/>
                  </a:cubicBezTo>
                  <a:cubicBezTo>
                    <a:pt x="275096" y="1525212"/>
                    <a:pt x="292562" y="1440630"/>
                    <a:pt x="292562" y="1303998"/>
                  </a:cubicBezTo>
                  <a:lnTo>
                    <a:pt x="292562" y="445165"/>
                  </a:lnTo>
                  <a:cubicBezTo>
                    <a:pt x="292562" y="369258"/>
                    <a:pt x="288195" y="315039"/>
                    <a:pt x="277279" y="286845"/>
                  </a:cubicBezTo>
                  <a:cubicBezTo>
                    <a:pt x="259812" y="239132"/>
                    <a:pt x="222696" y="213107"/>
                    <a:pt x="165931" y="213107"/>
                  </a:cubicBezTo>
                  <a:cubicBezTo>
                    <a:pt x="152831" y="213107"/>
                    <a:pt x="139731" y="215275"/>
                    <a:pt x="128814" y="217444"/>
                  </a:cubicBezTo>
                  <a:cubicBezTo>
                    <a:pt x="115715" y="219613"/>
                    <a:pt x="80782" y="230457"/>
                    <a:pt x="21833" y="245638"/>
                  </a:cubicBezTo>
                  <a:lnTo>
                    <a:pt x="21833" y="176238"/>
                  </a:lnTo>
                  <a:cubicBezTo>
                    <a:pt x="19650" y="176238"/>
                    <a:pt x="275096" y="95993"/>
                    <a:pt x="585124" y="567"/>
                  </a:cubicBezTo>
                </a:path>
              </a:pathLst>
            </a:custGeom>
            <a:solidFill>
              <a:schemeClr val="bg1"/>
            </a:solidFill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1807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591263-7FC3-D4B6-D2EB-9CC370E1A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29CB0-82FA-B9CA-DB3D-FEDFA2C15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F633A-4A10-AF2B-D1F4-719FF3B25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ADD61-D895-46FC-B07E-5737891BF5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47978-0DCD-80B2-FF59-F618A98F6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F568D-AAC5-77DC-7DA8-D9AAA00C2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9AE56D-AA4C-429E-9D28-9F826315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5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5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12" Type="http://schemas.openxmlformats.org/officeDocument/2006/relationships/image" Target="../media/image19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0" Type="http://schemas.openxmlformats.org/officeDocument/2006/relationships/image" Target="../media/image181.png"/><Relationship Id="rId4" Type="http://schemas.openxmlformats.org/officeDocument/2006/relationships/image" Target="../media/image150.png"/><Relationship Id="rId9" Type="http://schemas.openxmlformats.org/officeDocument/2006/relationships/customXml" Target="../ink/ink8.xml"/><Relationship Id="rId1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customXml" Target="../ink/ink13.xml"/><Relationship Id="rId18" Type="http://schemas.openxmlformats.org/officeDocument/2006/relationships/image" Target="../media/image250.png"/><Relationship Id="rId3" Type="http://schemas.openxmlformats.org/officeDocument/2006/relationships/image" Target="../media/image23.png"/><Relationship Id="rId21" Type="http://schemas.openxmlformats.org/officeDocument/2006/relationships/customXml" Target="../ink/ink17.xml"/><Relationship Id="rId7" Type="http://schemas.openxmlformats.org/officeDocument/2006/relationships/image" Target="../media/image25.png"/><Relationship Id="rId12" Type="http://schemas.openxmlformats.org/officeDocument/2006/relationships/image" Target="../media/image26.png"/><Relationship Id="rId17" Type="http://schemas.openxmlformats.org/officeDocument/2006/relationships/customXml" Target="../ink/ink15.xml"/><Relationship Id="rId25" Type="http://schemas.openxmlformats.org/officeDocument/2006/relationships/image" Target="../media/image27.jpeg"/><Relationship Id="rId2" Type="http://schemas.openxmlformats.org/officeDocument/2006/relationships/image" Target="../media/image22.png"/><Relationship Id="rId16" Type="http://schemas.openxmlformats.org/officeDocument/2006/relationships/image" Target="../media/image240.png"/><Relationship Id="rId20" Type="http://schemas.openxmlformats.org/officeDocument/2006/relationships/image" Target="../media/image2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11" Type="http://schemas.openxmlformats.org/officeDocument/2006/relationships/image" Target="../media/image210.png"/><Relationship Id="rId24" Type="http://schemas.openxmlformats.org/officeDocument/2006/relationships/image" Target="../media/image6.svg"/><Relationship Id="rId5" Type="http://schemas.openxmlformats.org/officeDocument/2006/relationships/customXml" Target="../ink/ink10.xml"/><Relationship Id="rId15" Type="http://schemas.openxmlformats.org/officeDocument/2006/relationships/customXml" Target="../ink/ink14.xml"/><Relationship Id="rId23" Type="http://schemas.openxmlformats.org/officeDocument/2006/relationships/image" Target="../media/image5.png"/><Relationship Id="rId10" Type="http://schemas.openxmlformats.org/officeDocument/2006/relationships/customXml" Target="../ink/ink12.xml"/><Relationship Id="rId19" Type="http://schemas.openxmlformats.org/officeDocument/2006/relationships/customXml" Target="../ink/ink16.xml"/><Relationship Id="rId4" Type="http://schemas.openxmlformats.org/officeDocument/2006/relationships/image" Target="../media/image24.png"/><Relationship Id="rId9" Type="http://schemas.openxmlformats.org/officeDocument/2006/relationships/image" Target="../media/image200.png"/><Relationship Id="rId14" Type="http://schemas.openxmlformats.org/officeDocument/2006/relationships/image" Target="../media/image230.png"/><Relationship Id="rId22" Type="http://schemas.openxmlformats.org/officeDocument/2006/relationships/image" Target="../media/image27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6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345384" y="1298448"/>
            <a:ext cx="9073847" cy="5559552"/>
            <a:chOff x="993774" y="0"/>
            <a:chExt cx="10410826" cy="652549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t="16028"/>
            <a:stretch/>
          </p:blipFill>
          <p:spPr>
            <a:xfrm>
              <a:off x="993774" y="568141"/>
              <a:ext cx="10120071" cy="595735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10007600" y="0"/>
              <a:ext cx="1397000" cy="127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63364" y="1216459"/>
              <a:ext cx="2232639" cy="1976806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6E10FE6-3B37-6F30-AB8F-CA60562C7E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297"/>
            <a:ext cx="12192000" cy="170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739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BF7A075-E992-5418-611E-E6B227BE745D}"/>
              </a:ext>
            </a:extLst>
          </p:cNvPr>
          <p:cNvGrpSpPr/>
          <p:nvPr/>
        </p:nvGrpSpPr>
        <p:grpSpPr>
          <a:xfrm>
            <a:off x="630418" y="165000"/>
            <a:ext cx="10869813" cy="6533061"/>
            <a:chOff x="630418" y="0"/>
            <a:chExt cx="10869813" cy="653306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0418" y="476250"/>
              <a:ext cx="10869813" cy="605681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17D77F-4557-5E1E-9B57-F1EDEE22A4CF}"/>
                </a:ext>
              </a:extLst>
            </p:cNvPr>
            <p:cNvSpPr txBox="1"/>
            <p:nvPr/>
          </p:nvSpPr>
          <p:spPr>
            <a:xfrm>
              <a:off x="1300873" y="0"/>
              <a:ext cx="95902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Product Compliance Surveillance System in China Market</a:t>
              </a:r>
            </a:p>
          </p:txBody>
        </p: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E53C05EB-56CC-BD32-DF73-A3B9B8E4CF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18951" y="6401299"/>
            <a:ext cx="449386" cy="44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495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EB417-DDC1-3246-E9B2-07C35EAB9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5E87A49-7CBD-363E-77E8-DB1F0BA2F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69" y="2607972"/>
            <a:ext cx="6387691" cy="422728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87315D7-FB52-5E27-1364-0AEE6482944D}"/>
              </a:ext>
            </a:extLst>
          </p:cNvPr>
          <p:cNvGrpSpPr/>
          <p:nvPr/>
        </p:nvGrpSpPr>
        <p:grpSpPr>
          <a:xfrm>
            <a:off x="73151" y="60125"/>
            <a:ext cx="9467135" cy="2525100"/>
            <a:chOff x="-1" y="52810"/>
            <a:chExt cx="9467135" cy="25251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BD91789-51D8-CAAB-078C-8BBE9AB0A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0782"/>
            <a:stretch/>
          </p:blipFill>
          <p:spPr>
            <a:xfrm>
              <a:off x="-1" y="52810"/>
              <a:ext cx="9467135" cy="252510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833B779-1BA8-636D-C303-BF26835B1E0B}"/>
                    </a:ext>
                  </a:extLst>
                </p14:cNvPr>
                <p14:cNvContentPartPr/>
                <p14:nvPr/>
              </p14:nvContentPartPr>
              <p14:xfrm>
                <a:off x="609194" y="166600"/>
                <a:ext cx="3019680" cy="21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833B779-1BA8-636D-C303-BF26835B1E0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5194" y="58600"/>
                  <a:ext cx="31273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825EBC4-47C5-D5EC-D307-8753493F8253}"/>
                    </a:ext>
                  </a:extLst>
                </p14:cNvPr>
                <p14:cNvContentPartPr/>
                <p14:nvPr/>
              </p14:nvContentPartPr>
              <p14:xfrm>
                <a:off x="2547074" y="529309"/>
                <a:ext cx="631440" cy="15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825EBC4-47C5-D5EC-D307-8753493F825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93074" y="423821"/>
                  <a:ext cx="739080" cy="2257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76EF643-11A0-F272-6A69-117BC5C9A7F6}"/>
                    </a:ext>
                  </a:extLst>
                </p14:cNvPr>
                <p14:cNvContentPartPr/>
                <p14:nvPr/>
              </p14:nvContentPartPr>
              <p14:xfrm>
                <a:off x="616754" y="1697869"/>
                <a:ext cx="2808720" cy="14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76EF643-11A0-F272-6A69-117BC5C9A7F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2754" y="1589869"/>
                  <a:ext cx="29163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8BDD9EB-695E-561E-3BEE-1AC7506B4B41}"/>
                    </a:ext>
                  </a:extLst>
                </p14:cNvPr>
                <p14:cNvContentPartPr/>
                <p14:nvPr/>
              </p14:nvContentPartPr>
              <p14:xfrm>
                <a:off x="2481554" y="2024389"/>
                <a:ext cx="711720" cy="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8BDD9EB-695E-561E-3BEE-1AC7506B4B4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27581" y="1808389"/>
                  <a:ext cx="819306" cy="432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8" name="Picture Placeholder 5" descr="A person and person sitting on steps&#10;&#10;Description automatically generated">
            <a:extLst>
              <a:ext uri="{FF2B5EF4-FFF2-40B4-BE49-F238E27FC236}">
                <a16:creationId xmlns:a16="http://schemas.microsoft.com/office/drawing/2014/main" id="{8753B6A3-0F3B-6AF6-DDBD-7A718342398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85050" y="0"/>
            <a:ext cx="4806950" cy="68580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B5477E4-D95C-90F5-1BE7-3174D008782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748211" y="6408614"/>
            <a:ext cx="449386" cy="44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50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9185D-786F-0BF1-33C4-3DDE53F8A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0E83BC-50E5-587D-B324-36D9449A03D2}"/>
              </a:ext>
            </a:extLst>
          </p:cNvPr>
          <p:cNvSpPr txBox="1"/>
          <p:nvPr/>
        </p:nvSpPr>
        <p:spPr>
          <a:xfrm>
            <a:off x="104409" y="14278"/>
            <a:ext cx="119831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China </a:t>
            </a:r>
            <a:r>
              <a:rPr lang="en-US" sz="2400" b="1" u="sng" dirty="0">
                <a:solidFill>
                  <a:srgbClr val="FF0000"/>
                </a:solidFill>
              </a:rPr>
              <a:t>Mandatory GB Standards </a:t>
            </a:r>
            <a:r>
              <a:rPr lang="en-US" sz="2400" b="1" dirty="0"/>
              <a:t>for </a:t>
            </a:r>
            <a:r>
              <a:rPr lang="en-US" sz="2400" b="1" u="sng" dirty="0">
                <a:solidFill>
                  <a:srgbClr val="FF0000"/>
                </a:solidFill>
              </a:rPr>
              <a:t>Softlines </a:t>
            </a:r>
            <a:r>
              <a:rPr lang="en-US" sz="2400" b="1" u="sng" dirty="0"/>
              <a:t>including </a:t>
            </a:r>
            <a:r>
              <a:rPr lang="en-US" sz="2400" b="1" u="sng" dirty="0">
                <a:solidFill>
                  <a:srgbClr val="FF0000"/>
                </a:solidFill>
              </a:rPr>
              <a:t>Apparel</a:t>
            </a:r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en-US" sz="2400" b="1" dirty="0"/>
              <a:t> </a:t>
            </a:r>
          </a:p>
          <a:p>
            <a:pPr lvl="0"/>
            <a:endParaRPr lang="en-US" sz="2000" b="1" dirty="0">
              <a:solidFill>
                <a:srgbClr val="FF0000"/>
              </a:solidFill>
            </a:endParaRPr>
          </a:p>
          <a:p>
            <a:pPr lvl="0"/>
            <a:r>
              <a:rPr lang="en-US" sz="2000" b="1" dirty="0">
                <a:solidFill>
                  <a:srgbClr val="FF0000"/>
                </a:solidFill>
              </a:rPr>
              <a:t>GB 5296.4-2012</a:t>
            </a:r>
            <a:r>
              <a:rPr lang="en-US" sz="2000" dirty="0">
                <a:solidFill>
                  <a:srgbClr val="FF0000"/>
                </a:solidFill>
              </a:rPr>
              <a:t>  </a:t>
            </a:r>
            <a:r>
              <a:rPr lang="zh-TW" altLang="en-US" sz="2000" dirty="0">
                <a:solidFill>
                  <a:srgbClr val="FF0000"/>
                </a:solidFill>
              </a:rPr>
              <a:t>消费品使用说明 第</a:t>
            </a:r>
            <a:r>
              <a:rPr lang="en-US" sz="2000" dirty="0">
                <a:solidFill>
                  <a:srgbClr val="FF0000"/>
                </a:solidFill>
              </a:rPr>
              <a:t>4</a:t>
            </a:r>
            <a:r>
              <a:rPr lang="zh-TW" altLang="en-US" sz="2000" dirty="0">
                <a:solidFill>
                  <a:srgbClr val="FF0000"/>
                </a:solidFill>
              </a:rPr>
              <a:t>部分 纺织品和服装使用说明</a:t>
            </a:r>
            <a:r>
              <a:rPr lang="en-US" sz="2000" dirty="0">
                <a:solidFill>
                  <a:srgbClr val="FF0000"/>
                </a:solidFill>
              </a:rPr>
              <a:t>  Instructions for use of products of consumer interest – Part 4: Textiles and apparel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86EF02-6128-466A-CFD0-21617D7AF86B}"/>
              </a:ext>
            </a:extLst>
          </p:cNvPr>
          <p:cNvSpPr txBox="1"/>
          <p:nvPr/>
        </p:nvSpPr>
        <p:spPr>
          <a:xfrm>
            <a:off x="104410" y="1720840"/>
            <a:ext cx="1198318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comply with this standard, our </a:t>
            </a:r>
            <a:r>
              <a:rPr lang="en-US" dirty="0">
                <a:solidFill>
                  <a:srgbClr val="FF0000"/>
                </a:solidFill>
              </a:rPr>
              <a:t>product must have a permanently attached label </a:t>
            </a:r>
            <a:r>
              <a:rPr lang="en-US" dirty="0"/>
              <a:t>which indicates proper instructions for use.  Essential content required for our product's “</a:t>
            </a:r>
            <a:r>
              <a:rPr lang="en-US" dirty="0">
                <a:solidFill>
                  <a:srgbClr val="FF0000"/>
                </a:solidFill>
              </a:rPr>
              <a:t>Instructions for use</a:t>
            </a:r>
            <a:r>
              <a:rPr lang="en-US" dirty="0"/>
              <a:t>” tag include:</a:t>
            </a:r>
          </a:p>
          <a:p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The legally registered </a:t>
            </a:r>
            <a:r>
              <a:rPr lang="en-US" dirty="0">
                <a:solidFill>
                  <a:srgbClr val="FF0000"/>
                </a:solidFill>
              </a:rPr>
              <a:t>name and address of the manufacturer</a:t>
            </a:r>
            <a:r>
              <a:rPr lang="en-US" dirty="0"/>
              <a:t>.  For imported textiles and apparel, the country of origin should also be included.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Product name.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Product specification and apparel size designation</a:t>
            </a:r>
            <a:r>
              <a:rPr lang="en-US" dirty="0"/>
              <a:t>, which should be permanently attached to the product in accordance with </a:t>
            </a:r>
            <a:r>
              <a:rPr lang="en-US" dirty="0">
                <a:solidFill>
                  <a:srgbClr val="FF0000"/>
                </a:solidFill>
              </a:rPr>
              <a:t>GB/T 1335.1.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Fiber content </a:t>
            </a:r>
            <a:r>
              <a:rPr lang="en-US" dirty="0"/>
              <a:t>should also appear on a permanently attached label in accordance with </a:t>
            </a:r>
            <a:r>
              <a:rPr lang="en-US" dirty="0">
                <a:solidFill>
                  <a:srgbClr val="FF0000"/>
                </a:solidFill>
              </a:rPr>
              <a:t>FZ/T 01053.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Care instructions </a:t>
            </a:r>
            <a:r>
              <a:rPr lang="en-US" dirty="0"/>
              <a:t>(permanently attached) in accordance with </a:t>
            </a:r>
            <a:r>
              <a:rPr lang="en-US" dirty="0">
                <a:solidFill>
                  <a:srgbClr val="FF0000"/>
                </a:solidFill>
              </a:rPr>
              <a:t>GB/T 8685.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Product standard code: </a:t>
            </a:r>
            <a:r>
              <a:rPr lang="en-US" dirty="0"/>
              <a:t>the applicable national or industry standard against which our product was tested, which can be attached to the product's packaging or to the product in the form of a hanging tag.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Product quality classification: </a:t>
            </a:r>
            <a:r>
              <a:rPr lang="en-US" dirty="0"/>
              <a:t>based on the requirements specified by the applied standard.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0B71F63-C868-A2A2-F6FC-F62D950608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8211" y="6408614"/>
            <a:ext cx="449386" cy="44938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F97394F-429D-5F13-9221-47A09E05CC63}"/>
              </a:ext>
            </a:extLst>
          </p:cNvPr>
          <p:cNvGrpSpPr/>
          <p:nvPr/>
        </p:nvGrpSpPr>
        <p:grpSpPr>
          <a:xfrm>
            <a:off x="0" y="5618074"/>
            <a:ext cx="10941180" cy="1225648"/>
            <a:chOff x="0" y="5618074"/>
            <a:chExt cx="10941180" cy="122564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FD949F8-65C5-A69D-E8B1-37D14A13D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618074"/>
              <a:ext cx="8759573" cy="1225648"/>
            </a:xfrm>
            <a:prstGeom prst="rect">
              <a:avLst/>
            </a:prstGeom>
          </p:spPr>
        </p:pic>
        <p:pic>
          <p:nvPicPr>
            <p:cNvPr id="5" name="Picture Placeholder 5" descr="A person and person jumping rope&#10;&#10;Description automatically generated">
              <a:extLst>
                <a:ext uri="{FF2B5EF4-FFF2-40B4-BE49-F238E27FC236}">
                  <a16:creationId xmlns:a16="http://schemas.microsoft.com/office/drawing/2014/main" id="{9EDBD322-B1B2-DA84-181E-9DC2F2C483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72"/>
            <a:stretch/>
          </p:blipFill>
          <p:spPr>
            <a:xfrm>
              <a:off x="8818296" y="5618074"/>
              <a:ext cx="1088685" cy="1225648"/>
            </a:xfrm>
            <a:prstGeom prst="rect">
              <a:avLst/>
            </a:prstGeom>
          </p:spPr>
        </p:pic>
        <p:pic>
          <p:nvPicPr>
            <p:cNvPr id="6" name="Picture Placeholder 5" descr="A group of women stretching&#10;&#10;Description automatically generated">
              <a:extLst>
                <a:ext uri="{FF2B5EF4-FFF2-40B4-BE49-F238E27FC236}">
                  <a16:creationId xmlns:a16="http://schemas.microsoft.com/office/drawing/2014/main" id="{DD4BBA46-AC23-B17F-7351-6BAEBC9034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74093" y="5618074"/>
              <a:ext cx="967087" cy="1225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156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456600"/>
            <a:ext cx="99722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Template of </a:t>
            </a:r>
            <a:r>
              <a:rPr lang="en-US" b="1" dirty="0">
                <a:solidFill>
                  <a:srgbClr val="FF0000"/>
                </a:solidFill>
              </a:rPr>
              <a:t>“Permanent Label”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“Hangtag” </a:t>
            </a:r>
            <a:r>
              <a:rPr lang="en-US" dirty="0"/>
              <a:t>as follows,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these are required:</a:t>
            </a:r>
          </a:p>
        </p:txBody>
      </p:sp>
      <p:pic>
        <p:nvPicPr>
          <p:cNvPr id="4098" name="Picture 2" descr="image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78" y="922583"/>
            <a:ext cx="9432547" cy="1651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96000" y="4368480"/>
            <a:ext cx="863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Textile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5615245" y="4069657"/>
            <a:ext cx="180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Garment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094597" y="1913503"/>
            <a:ext cx="3800001" cy="4745063"/>
            <a:chOff x="9094597" y="1913503"/>
            <a:chExt cx="3800001" cy="4745063"/>
          </a:xfrm>
        </p:grpSpPr>
        <p:pic>
          <p:nvPicPr>
            <p:cNvPr id="7" name="图片 5" descr="image02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94597" y="1913503"/>
              <a:ext cx="2641600" cy="474506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9224754" y="3657600"/>
              <a:ext cx="1911928" cy="17549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9224754" y="3833091"/>
              <a:ext cx="2327564" cy="15701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495137" y="3777734"/>
              <a:ext cx="6365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Textile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 flipH="1">
              <a:off x="11093044" y="3602271"/>
              <a:ext cx="18015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Garment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0" y="-1035"/>
            <a:ext cx="992587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GB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5296.4 Instructions for Use of products of consumer interest – Part 4: Textiles and apparel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AD3FF8-1EFB-E7D8-00C6-CBD519431454}"/>
              </a:ext>
            </a:extLst>
          </p:cNvPr>
          <p:cNvSpPr/>
          <p:nvPr/>
        </p:nvSpPr>
        <p:spPr>
          <a:xfrm>
            <a:off x="3361032" y="4120194"/>
            <a:ext cx="3344568" cy="2724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BE3922-99B4-A38A-10E2-FE742253136E}"/>
              </a:ext>
            </a:extLst>
          </p:cNvPr>
          <p:cNvSpPr/>
          <p:nvPr/>
        </p:nvSpPr>
        <p:spPr>
          <a:xfrm>
            <a:off x="3361032" y="4445520"/>
            <a:ext cx="3598218" cy="2217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166BD38-F42C-1893-7E94-5B5C6D9EB04F}"/>
              </a:ext>
            </a:extLst>
          </p:cNvPr>
          <p:cNvGrpSpPr/>
          <p:nvPr/>
        </p:nvGrpSpPr>
        <p:grpSpPr>
          <a:xfrm>
            <a:off x="150722" y="2625405"/>
            <a:ext cx="8757835" cy="4210185"/>
            <a:chOff x="231187" y="2632720"/>
            <a:chExt cx="8757835" cy="4210185"/>
          </a:xfrm>
        </p:grpSpPr>
        <p:pic>
          <p:nvPicPr>
            <p:cNvPr id="4099" name="Picture 4" descr="image00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87" y="2632720"/>
              <a:ext cx="8757835" cy="4210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6839271-4ED5-7D46-65E4-1DC0342D9BAF}"/>
                </a:ext>
              </a:extLst>
            </p:cNvPr>
            <p:cNvCxnSpPr/>
            <p:nvPr/>
          </p:nvCxnSpPr>
          <p:spPr>
            <a:xfrm>
              <a:off x="7169426" y="2895600"/>
              <a:ext cx="1656522" cy="359133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3609F01-5A25-A620-0FEE-1FE902827D95}"/>
              </a:ext>
            </a:extLst>
          </p:cNvPr>
          <p:cNvSpPr/>
          <p:nvPr/>
        </p:nvSpPr>
        <p:spPr>
          <a:xfrm>
            <a:off x="9663384" y="2509114"/>
            <a:ext cx="950971" cy="116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5937476-B869-3B8E-DD06-08F63B89E9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48211" y="6408614"/>
            <a:ext cx="449386" cy="44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306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B3EB6D-21D2-7179-817D-78EB303A5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0" y="87780"/>
            <a:ext cx="7898313" cy="47062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2013E4-9604-9A79-C908-3057253FF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349" y="4860939"/>
            <a:ext cx="4730993" cy="27306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48DF6B7-F9A4-58C2-E10B-DCAEA721C054}"/>
              </a:ext>
            </a:extLst>
          </p:cNvPr>
          <p:cNvGrpSpPr/>
          <p:nvPr/>
        </p:nvGrpSpPr>
        <p:grpSpPr>
          <a:xfrm>
            <a:off x="7980150" y="73150"/>
            <a:ext cx="4662531" cy="6664147"/>
            <a:chOff x="7980150" y="73150"/>
            <a:chExt cx="4662531" cy="666414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45E6E4C-238F-58E4-C23D-905466152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8747" t="10275" r="13419" b="8135"/>
            <a:stretch/>
          </p:blipFill>
          <p:spPr>
            <a:xfrm>
              <a:off x="7980150" y="73150"/>
              <a:ext cx="4156348" cy="666414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7FEBF9-2008-138A-C381-06CFD8B5CB61}"/>
                </a:ext>
              </a:extLst>
            </p:cNvPr>
            <p:cNvSpPr txBox="1"/>
            <p:nvPr/>
          </p:nvSpPr>
          <p:spPr>
            <a:xfrm>
              <a:off x="8909918" y="621792"/>
              <a:ext cx="2360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Current Vuori Hang Tag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4B471B-FDF9-89B6-8C37-EB5229AE3817}"/>
                </a:ext>
              </a:extLst>
            </p:cNvPr>
            <p:cNvSpPr/>
            <p:nvPr/>
          </p:nvSpPr>
          <p:spPr>
            <a:xfrm>
              <a:off x="9208580" y="3284523"/>
              <a:ext cx="1669122" cy="25603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F52E8B-C0AF-6853-A5A9-5D366532AF70}"/>
                </a:ext>
              </a:extLst>
            </p:cNvPr>
            <p:cNvSpPr/>
            <p:nvPr/>
          </p:nvSpPr>
          <p:spPr>
            <a:xfrm>
              <a:off x="9208580" y="3590450"/>
              <a:ext cx="1895894" cy="27699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C28AE0-D5CD-472C-CDED-8C88AAA467DB}"/>
                </a:ext>
              </a:extLst>
            </p:cNvPr>
            <p:cNvSpPr txBox="1"/>
            <p:nvPr/>
          </p:nvSpPr>
          <p:spPr>
            <a:xfrm>
              <a:off x="11067899" y="3608171"/>
              <a:ext cx="6365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Textile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AB07A1A-C083-1615-FD73-55DDDBAAD518}"/>
                </a:ext>
              </a:extLst>
            </p:cNvPr>
            <p:cNvSpPr txBox="1"/>
            <p:nvPr/>
          </p:nvSpPr>
          <p:spPr>
            <a:xfrm flipH="1">
              <a:off x="10841127" y="3283185"/>
              <a:ext cx="18015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Garment</a:t>
              </a:r>
            </a:p>
          </p:txBody>
        </p: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A1A77E67-9822-012A-8B9F-7F193290E3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48211" y="6408614"/>
            <a:ext cx="449386" cy="4493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DE91DA-AD3E-E710-30D0-B8A4545661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9451" y="5653810"/>
            <a:ext cx="2326234" cy="5961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Placeholder 5" descr="A person and person standing in front of a white wall&#10;&#10;Description automatically generated">
            <a:extLst>
              <a:ext uri="{FF2B5EF4-FFF2-40B4-BE49-F238E27FC236}">
                <a16:creationId xmlns:a16="http://schemas.microsoft.com/office/drawing/2014/main" id="{BEF45ECF-F827-31F3-F61A-5665F79DE9C4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02" y="4860939"/>
            <a:ext cx="2703288" cy="200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73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529A6-69E7-94E7-BF33-2BE3BAA58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356B966-7E90-F683-18B8-687BA4E59305}"/>
              </a:ext>
            </a:extLst>
          </p:cNvPr>
          <p:cNvGrpSpPr/>
          <p:nvPr/>
        </p:nvGrpSpPr>
        <p:grpSpPr>
          <a:xfrm>
            <a:off x="84220" y="54971"/>
            <a:ext cx="12585705" cy="6677831"/>
            <a:chOff x="84221" y="54971"/>
            <a:chExt cx="11452344" cy="667783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3745B27-F872-25E2-4EBF-B2D166BDAADD}"/>
                </a:ext>
              </a:extLst>
            </p:cNvPr>
            <p:cNvSpPr txBox="1"/>
            <p:nvPr/>
          </p:nvSpPr>
          <p:spPr>
            <a:xfrm>
              <a:off x="84221" y="54971"/>
              <a:ext cx="114523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1800" b="1" dirty="0">
                  <a:solidFill>
                    <a:srgbClr val="FF0000"/>
                  </a:solidFill>
                </a:rPr>
                <a:t>GB 18401-2010 </a:t>
              </a:r>
              <a:r>
                <a:rPr lang="zh-TW" altLang="en-US" sz="1800" dirty="0">
                  <a:solidFill>
                    <a:srgbClr val="FF0000"/>
                  </a:solidFill>
                </a:rPr>
                <a:t>国家纺织产品基本安全技术规范</a:t>
              </a:r>
              <a:r>
                <a:rPr lang="en-US" sz="1800" dirty="0">
                  <a:solidFill>
                    <a:srgbClr val="FF0000"/>
                  </a:solidFill>
                </a:rPr>
                <a:t>  National general safety technical code for textile products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7A2C4DE-A999-7B42-0AF6-F8E8BF682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221" y="424303"/>
              <a:ext cx="10689929" cy="6308499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F455CB0-AA13-989C-6FC2-0560DCC45836}"/>
                </a:ext>
              </a:extLst>
            </p:cNvPr>
            <p:cNvSpPr/>
            <p:nvPr/>
          </p:nvSpPr>
          <p:spPr>
            <a:xfrm>
              <a:off x="187036" y="3187148"/>
              <a:ext cx="10474338" cy="346996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31884972-1641-F17C-57B8-C6BA1F8599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48211" y="6408614"/>
            <a:ext cx="449386" cy="44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76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07318C-0909-26A0-E26E-A276C1433F86}"/>
              </a:ext>
            </a:extLst>
          </p:cNvPr>
          <p:cNvSpPr txBox="1"/>
          <p:nvPr/>
        </p:nvSpPr>
        <p:spPr>
          <a:xfrm>
            <a:off x="84221" y="54971"/>
            <a:ext cx="11452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800" b="1" dirty="0">
                <a:solidFill>
                  <a:srgbClr val="FF0000"/>
                </a:solidFill>
              </a:rPr>
              <a:t>GB 18401-2010 </a:t>
            </a:r>
            <a:r>
              <a:rPr lang="zh-TW" altLang="en-US" sz="1800" dirty="0">
                <a:solidFill>
                  <a:srgbClr val="FF0000"/>
                </a:solidFill>
              </a:rPr>
              <a:t>国家纺织产品基本安全技术规范</a:t>
            </a:r>
            <a:r>
              <a:rPr lang="en-US" sz="1800" dirty="0">
                <a:solidFill>
                  <a:srgbClr val="FF0000"/>
                </a:solidFill>
              </a:rPr>
              <a:t>  National general safety technical code for textile products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80A637-901B-0F4D-FE1C-01D56C077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1" y="463835"/>
            <a:ext cx="11334262" cy="63391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5915C1-3078-F1E6-1294-6274754A0BD7}"/>
              </a:ext>
            </a:extLst>
          </p:cNvPr>
          <p:cNvSpPr/>
          <p:nvPr/>
        </p:nvSpPr>
        <p:spPr>
          <a:xfrm>
            <a:off x="84220" y="6218673"/>
            <a:ext cx="10119953" cy="2550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693D0A-8A08-2E6C-7483-976139A4D0EE}"/>
              </a:ext>
            </a:extLst>
          </p:cNvPr>
          <p:cNvSpPr/>
          <p:nvPr/>
        </p:nvSpPr>
        <p:spPr>
          <a:xfrm>
            <a:off x="84219" y="6510851"/>
            <a:ext cx="10438007" cy="2550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9412A79-22C1-1861-50C7-9381D217CAE9}"/>
                  </a:ext>
                </a:extLst>
              </p14:cNvPr>
              <p14:cNvContentPartPr/>
              <p14:nvPr/>
            </p14:nvContentPartPr>
            <p14:xfrm>
              <a:off x="1490666" y="6307315"/>
              <a:ext cx="3002040" cy="80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9412A79-22C1-1861-50C7-9381D217CA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6666" y="6199315"/>
                <a:ext cx="310968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B6CCD5E-8EFC-8248-192B-F5EA7FB4B4B8}"/>
                  </a:ext>
                </a:extLst>
              </p14:cNvPr>
              <p14:cNvContentPartPr/>
              <p14:nvPr/>
            </p14:nvContentPartPr>
            <p14:xfrm>
              <a:off x="5169146" y="6334315"/>
              <a:ext cx="847440" cy="27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B6CCD5E-8EFC-8248-192B-F5EA7FB4B4B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15146" y="6226315"/>
                <a:ext cx="95508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B32CA50-B940-BFDC-80C5-C16B1ADE26DD}"/>
                  </a:ext>
                </a:extLst>
              </p14:cNvPr>
              <p14:cNvContentPartPr/>
              <p14:nvPr/>
            </p14:nvContentPartPr>
            <p14:xfrm>
              <a:off x="1470866" y="6619075"/>
              <a:ext cx="3286440" cy="83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B32CA50-B940-BFDC-80C5-C16B1ADE26D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16866" y="6511075"/>
                <a:ext cx="33940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BA6F73B-B054-BF88-F3A0-AA301ACA7C54}"/>
                  </a:ext>
                </a:extLst>
              </p14:cNvPr>
              <p14:cNvContentPartPr/>
              <p14:nvPr/>
            </p14:nvContentPartPr>
            <p14:xfrm>
              <a:off x="5393426" y="6644927"/>
              <a:ext cx="1508040" cy="14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BA6F73B-B054-BF88-F3A0-AA301ACA7C5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39426" y="6537287"/>
                <a:ext cx="161568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2CE06C2-C72E-4B49-6A9B-164FEDE58E26}"/>
                  </a:ext>
                </a:extLst>
              </p14:cNvPr>
              <p14:cNvContentPartPr/>
              <p14:nvPr/>
            </p14:nvContentPartPr>
            <p14:xfrm>
              <a:off x="5884106" y="6327767"/>
              <a:ext cx="777240" cy="33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2CE06C2-C72E-4B49-6A9B-164FEDE58E2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30106" y="6220127"/>
                <a:ext cx="884880" cy="24948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Arrow: Down 13">
            <a:extLst>
              <a:ext uri="{FF2B5EF4-FFF2-40B4-BE49-F238E27FC236}">
                <a16:creationId xmlns:a16="http://schemas.microsoft.com/office/drawing/2014/main" id="{35B38AEE-274F-E57F-5ECD-2160292DE01F}"/>
              </a:ext>
            </a:extLst>
          </p:cNvPr>
          <p:cNvSpPr/>
          <p:nvPr/>
        </p:nvSpPr>
        <p:spPr>
          <a:xfrm rot="5400000">
            <a:off x="10399931" y="6053827"/>
            <a:ext cx="284922" cy="5817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60DE1810-9E02-5230-0F3F-92437AD20E8D}"/>
              </a:ext>
            </a:extLst>
          </p:cNvPr>
          <p:cNvSpPr/>
          <p:nvPr/>
        </p:nvSpPr>
        <p:spPr>
          <a:xfrm rot="5400000">
            <a:off x="10724625" y="6356021"/>
            <a:ext cx="284922" cy="5817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37420F4-C4BC-B686-57D7-449D989E8AF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748211" y="6408614"/>
            <a:ext cx="449386" cy="44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522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4CD84-74B0-9082-969E-F81C4FDE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AB70B3-5AC1-70C3-A557-61348A431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82" y="0"/>
            <a:ext cx="2992891" cy="7748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D63665-AA17-DA1F-D2BB-E08EBDA5A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53" y="948201"/>
            <a:ext cx="3264947" cy="3533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46C7D8-0A7B-0970-1B71-B953505F3D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483"/>
          <a:stretch/>
        </p:blipFill>
        <p:spPr>
          <a:xfrm>
            <a:off x="12164" y="1364456"/>
            <a:ext cx="8337885" cy="36882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4DB5D2E-BC26-A985-AB73-77C92FB20208}"/>
                  </a:ext>
                </a:extLst>
              </p14:cNvPr>
              <p14:cNvContentPartPr/>
              <p14:nvPr/>
            </p14:nvContentPartPr>
            <p14:xfrm>
              <a:off x="188911" y="948088"/>
              <a:ext cx="3338280" cy="110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4DB5D2E-BC26-A985-AB73-77C92FB202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4911" y="840448"/>
                <a:ext cx="3445920" cy="3261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611EF4A-A3AB-1D7C-52FE-079799AB87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8082" y="823745"/>
            <a:ext cx="5963481" cy="29851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0C5D0F9-4F03-5B8E-BAAF-BEF6F4A3E70C}"/>
                  </a:ext>
                </a:extLst>
              </p14:cNvPr>
              <p14:cNvContentPartPr/>
              <p14:nvPr/>
            </p14:nvContentPartPr>
            <p14:xfrm>
              <a:off x="8043031" y="915688"/>
              <a:ext cx="351720" cy="19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0C5D0F9-4F03-5B8E-BAAF-BEF6F4A3E7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89031" y="808048"/>
                <a:ext cx="4593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C45D5C3-2018-8C86-EDDE-B273106BDD7D}"/>
                  </a:ext>
                </a:extLst>
              </p14:cNvPr>
              <p14:cNvContentPartPr/>
              <p14:nvPr/>
            </p14:nvContentPartPr>
            <p14:xfrm>
              <a:off x="6607351" y="3360808"/>
              <a:ext cx="3788280" cy="43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C45D5C3-2018-8C86-EDDE-B273106BDD7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53351" y="3253168"/>
                <a:ext cx="3895920" cy="25884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C747113-5306-AA6B-E9C2-4D5E9647005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39152"/>
          <a:stretch/>
        </p:blipFill>
        <p:spPr>
          <a:xfrm>
            <a:off x="6218082" y="3922850"/>
            <a:ext cx="5139825" cy="28714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7295C32-1321-96B8-AFA8-6C50480C5AFD}"/>
                  </a:ext>
                </a:extLst>
              </p14:cNvPr>
              <p14:cNvContentPartPr/>
              <p14:nvPr/>
            </p14:nvContentPartPr>
            <p14:xfrm>
              <a:off x="6421951" y="4152448"/>
              <a:ext cx="920880" cy="7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7295C32-1321-96B8-AFA8-6C50480C5AF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67951" y="4044808"/>
                <a:ext cx="102852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4777E36-6903-4DAD-BA26-E497A1D12632}"/>
                  </a:ext>
                </a:extLst>
              </p14:cNvPr>
              <p14:cNvContentPartPr/>
              <p14:nvPr/>
            </p14:nvContentPartPr>
            <p14:xfrm>
              <a:off x="6695551" y="5162608"/>
              <a:ext cx="2530800" cy="428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4777E36-6903-4DAD-BA26-E497A1D1263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41911" y="5054968"/>
                <a:ext cx="263844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82BE667-BE44-BD98-551E-B32D0606FDEC}"/>
                  </a:ext>
                </a:extLst>
              </p14:cNvPr>
              <p14:cNvContentPartPr/>
              <p14:nvPr/>
            </p14:nvContentPartPr>
            <p14:xfrm>
              <a:off x="6689431" y="5548168"/>
              <a:ext cx="3093840" cy="32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82BE667-BE44-BD98-551E-B32D0606FDE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635791" y="5440168"/>
                <a:ext cx="320148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3941C45-A6E3-458F-7DB4-6E34AB36CBDF}"/>
                  </a:ext>
                </a:extLst>
              </p14:cNvPr>
              <p14:cNvContentPartPr/>
              <p14:nvPr/>
            </p14:nvContentPartPr>
            <p14:xfrm>
              <a:off x="6683311" y="5788648"/>
              <a:ext cx="3047400" cy="28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3941C45-A6E3-458F-7DB4-6E34AB36CBD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629311" y="5681008"/>
                <a:ext cx="315504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99140DE-1C7F-9502-C27C-23F565A68A26}"/>
                  </a:ext>
                </a:extLst>
              </p14:cNvPr>
              <p14:cNvContentPartPr/>
              <p14:nvPr/>
            </p14:nvContentPartPr>
            <p14:xfrm>
              <a:off x="6727394" y="6393520"/>
              <a:ext cx="2496600" cy="14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99140DE-1C7F-9502-C27C-23F565A68A2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673394" y="6285520"/>
                <a:ext cx="2604240" cy="2304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Graphic 8">
            <a:extLst>
              <a:ext uri="{FF2B5EF4-FFF2-40B4-BE49-F238E27FC236}">
                <a16:creationId xmlns:a16="http://schemas.microsoft.com/office/drawing/2014/main" id="{4DA5385F-ABA8-84FE-8C40-D7926D0512A5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748211" y="6408614"/>
            <a:ext cx="449386" cy="449386"/>
          </a:xfrm>
          <a:prstGeom prst="rect">
            <a:avLst/>
          </a:prstGeom>
        </p:spPr>
      </p:pic>
      <p:pic>
        <p:nvPicPr>
          <p:cNvPr id="16" name="Picture Placeholder 20" descr="A mountain with a blue sky&#10;&#10;Description automatically generated">
            <a:extLst>
              <a:ext uri="{FF2B5EF4-FFF2-40B4-BE49-F238E27FC236}">
                <a16:creationId xmlns:a16="http://schemas.microsoft.com/office/drawing/2014/main" id="{F5ACE606-1757-39FB-4AF9-F67ADAF7484B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520"/>
          <a:stretch>
            <a:fillRect/>
          </a:stretch>
        </p:blipFill>
        <p:spPr>
          <a:xfrm>
            <a:off x="24404" y="5033195"/>
            <a:ext cx="6280843" cy="18248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92463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045A692-1320-8173-EF6A-F27274D0BC75}"/>
              </a:ext>
            </a:extLst>
          </p:cNvPr>
          <p:cNvSpPr/>
          <p:nvPr/>
        </p:nvSpPr>
        <p:spPr>
          <a:xfrm>
            <a:off x="0" y="122841"/>
            <a:ext cx="120091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1F497D"/>
                </a:solidFill>
                <a:highlight>
                  <a:srgbClr val="C0C0C0"/>
                </a:highlight>
                <a:latin typeface="Calibri" panose="020F0502020204030204" pitchFamily="34" charset="0"/>
                <a:ea typeface="PMingLiU" panose="02020500000000000000" pitchFamily="18" charset="-120"/>
              </a:rPr>
              <a:t>GB/T 29868-</a:t>
            </a:r>
            <a:r>
              <a:rPr lang="en-GB" dirty="0">
                <a:solidFill>
                  <a:srgbClr val="FF0000"/>
                </a:solidFill>
                <a:highlight>
                  <a:srgbClr val="C0C0C0"/>
                </a:highlight>
                <a:latin typeface="Calibri" panose="020F0502020204030204" pitchFamily="34" charset="0"/>
                <a:ea typeface="PMingLiU" panose="02020500000000000000" pitchFamily="18" charset="-120"/>
              </a:rPr>
              <a:t>2020</a:t>
            </a:r>
            <a:r>
              <a:rPr lang="en-GB" dirty="0">
                <a:solidFill>
                  <a:srgbClr val="1F497D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 (newer version)  </a:t>
            </a:r>
            <a:r>
              <a:rPr lang="zh-TW" altLang="en-US" dirty="0">
                <a:solidFill>
                  <a:srgbClr val="1F497D"/>
                </a:solidFill>
                <a:ea typeface="PMingLiU" panose="02020500000000000000" pitchFamily="18" charset="-120"/>
                <a:cs typeface="Calibri" panose="020F0502020204030204" pitchFamily="34" charset="0"/>
              </a:rPr>
              <a:t>针织专业运动服装通用技术要求</a:t>
            </a:r>
            <a:r>
              <a:rPr lang="zh-TW" altLang="en-US" dirty="0">
                <a:solidFill>
                  <a:srgbClr val="1F497D"/>
                </a:solidFill>
                <a:ea typeface="Calibri" panose="020F0502020204030204" pitchFamily="34" charset="0"/>
              </a:rPr>
              <a:t> </a:t>
            </a:r>
            <a:r>
              <a:rPr lang="en-GB" dirty="0">
                <a:solidFill>
                  <a:srgbClr val="1F497D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is for </a:t>
            </a:r>
            <a:r>
              <a:rPr lang="en-GB" dirty="0">
                <a:solidFill>
                  <a:srgbClr val="1F497D"/>
                </a:solidFill>
                <a:highlight>
                  <a:srgbClr val="C0C0C0"/>
                </a:highlight>
                <a:latin typeface="Calibri" panose="020F0502020204030204" pitchFamily="34" charset="0"/>
                <a:ea typeface="PMingLiU" panose="02020500000000000000" pitchFamily="18" charset="-120"/>
              </a:rPr>
              <a:t>Sports protective products-Knitted products general technical requirements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7D1F9-2DA1-0804-BC38-6CD685CC38AF}"/>
              </a:ext>
            </a:extLst>
          </p:cNvPr>
          <p:cNvSpPr/>
          <p:nvPr/>
        </p:nvSpPr>
        <p:spPr>
          <a:xfrm>
            <a:off x="0" y="1002406"/>
            <a:ext cx="119829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1F497D"/>
                </a:solidFill>
                <a:highlight>
                  <a:srgbClr val="C0C0C0"/>
                </a:highlight>
                <a:latin typeface="Calibri" panose="020F0502020204030204" pitchFamily="34" charset="0"/>
                <a:ea typeface="PMingLiU" panose="02020500000000000000" pitchFamily="18" charset="-120"/>
              </a:rPr>
              <a:t>GB/T 21980-2017</a:t>
            </a:r>
            <a:r>
              <a:rPr lang="en-GB" dirty="0">
                <a:solidFill>
                  <a:srgbClr val="1F497D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 </a:t>
            </a:r>
            <a:r>
              <a:rPr lang="zh-TW" altLang="en-US" dirty="0">
                <a:solidFill>
                  <a:srgbClr val="1F497D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专业运动服装和防护用品通用技术规范</a:t>
            </a:r>
            <a:r>
              <a:rPr lang="en-GB" dirty="0">
                <a:solidFill>
                  <a:srgbClr val="1F497D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 is for </a:t>
            </a:r>
            <a:r>
              <a:rPr lang="en-GB" dirty="0">
                <a:solidFill>
                  <a:srgbClr val="1F497D"/>
                </a:solidFill>
                <a:highlight>
                  <a:srgbClr val="C0C0C0"/>
                </a:highlight>
                <a:latin typeface="Calibri" panose="020F0502020204030204" pitchFamily="34" charset="0"/>
                <a:ea typeface="PMingLiU" panose="02020500000000000000" pitchFamily="18" charset="-120"/>
              </a:rPr>
              <a:t>General technical specification for sportswear and protecting suits</a:t>
            </a:r>
            <a:endParaRPr lang="en-US" dirty="0">
              <a:latin typeface="Calibri" panose="020F0502020204030204" pitchFamily="34" charset="0"/>
              <a:ea typeface="PMingLiU" panose="02020500000000000000" pitchFamily="18" charset="-12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17BA4-D50D-88AE-C32C-B92697A20FCC}"/>
              </a:ext>
            </a:extLst>
          </p:cNvPr>
          <p:cNvSpPr txBox="1"/>
          <p:nvPr/>
        </p:nvSpPr>
        <p:spPr>
          <a:xfrm>
            <a:off x="59585" y="1710091"/>
            <a:ext cx="119234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More instances:</a:t>
            </a: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GB/T 32614-2016 for Outdoor sportswear-water resistant garments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GB/T 22849-2014 Knitted T-shirt 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GB/T 2664-2017 for Men's suits and coats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FZ/T 81008-2011 for Jackets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FZ/T 73020-2012 for Knitted casual wear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QBT 2155-2010 Travelling case and trolley bag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ETC----- 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C5CE83-46F5-891E-E35B-7D3F04B930C6}"/>
              </a:ext>
            </a:extLst>
          </p:cNvPr>
          <p:cNvSpPr txBox="1"/>
          <p:nvPr/>
        </p:nvSpPr>
        <p:spPr>
          <a:xfrm>
            <a:off x="165005" y="4196640"/>
            <a:ext cx="102633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For being able to tell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which GB Product Standards applied </a:t>
            </a:r>
            <a:r>
              <a:rPr lang="en-US" dirty="0"/>
              <a:t>-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Need to know: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material composition </a:t>
            </a:r>
            <a:r>
              <a:rPr lang="en-US" dirty="0"/>
              <a:t>of apparels such as Fiber Content ?% of Polyester, Nylon, Spandex, </a:t>
            </a:r>
            <a:r>
              <a:rPr lang="en-US" dirty="0" err="1"/>
              <a:t>etc</a:t>
            </a:r>
            <a:r>
              <a:rPr lang="en-US" dirty="0"/>
              <a:t>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weaving construction </a:t>
            </a:r>
            <a:r>
              <a:rPr lang="en-US" dirty="0"/>
              <a:t>of apparels such as Knitted or Woven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</a:t>
            </a:r>
            <a:r>
              <a:rPr lang="en-US" dirty="0">
                <a:solidFill>
                  <a:srgbClr val="FF0000"/>
                </a:solidFill>
              </a:rPr>
              <a:t> designed usage </a:t>
            </a:r>
            <a:r>
              <a:rPr lang="en-US" dirty="0"/>
              <a:t>of apparels such as Man, Women and Children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performance</a:t>
            </a:r>
            <a:r>
              <a:rPr lang="en-US" dirty="0"/>
              <a:t> of apparels such as Water Resistance/Water Repellency, </a:t>
            </a:r>
            <a:r>
              <a:rPr lang="en-US" dirty="0" err="1"/>
              <a:t>etc</a:t>
            </a:r>
            <a:r>
              <a:rPr lang="en-US" dirty="0"/>
              <a:t>----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69CD27-055F-8ECC-B79A-5D98E3753C1D}"/>
              </a:ext>
            </a:extLst>
          </p:cNvPr>
          <p:cNvSpPr txBox="1"/>
          <p:nvPr/>
        </p:nvSpPr>
        <p:spPr>
          <a:xfrm>
            <a:off x="165005" y="5939628"/>
            <a:ext cx="8222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</a:rPr>
              <a:t>There are over 700 kinds of Product Standard in China now~~~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B001EAF-95F6-A9B0-D66F-3341B0DE80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8211" y="6408614"/>
            <a:ext cx="449386" cy="44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52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FE4DB9-9180-5B0F-A633-FBD47590D7D4}"/>
              </a:ext>
            </a:extLst>
          </p:cNvPr>
          <p:cNvSpPr txBox="1"/>
          <p:nvPr/>
        </p:nvSpPr>
        <p:spPr>
          <a:xfrm>
            <a:off x="0" y="489419"/>
            <a:ext cx="119019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Must provide each classification of at least one 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CNAS</a:t>
            </a:r>
            <a:r>
              <a:rPr lang="en-US" sz="2400" dirty="0">
                <a:solidFill>
                  <a:srgbClr val="FF0000"/>
                </a:solidFill>
              </a:rPr>
              <a:t> &amp; 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CMA</a:t>
            </a:r>
            <a:r>
              <a:rPr lang="en-US" sz="2400" dirty="0">
                <a:solidFill>
                  <a:srgbClr val="FF0000"/>
                </a:solidFill>
              </a:rPr>
              <a:t> Quality Report from the qualified Lab. with authority issued by China Officials.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68C44D-541F-029B-E661-F67B9A8AE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52" y="1904976"/>
            <a:ext cx="1945652" cy="68443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EEEA36A-95FB-6D18-C47D-B4B8B9FA1B68}"/>
              </a:ext>
            </a:extLst>
          </p:cNvPr>
          <p:cNvGrpSpPr/>
          <p:nvPr/>
        </p:nvGrpSpPr>
        <p:grpSpPr>
          <a:xfrm>
            <a:off x="2233232" y="1662645"/>
            <a:ext cx="9846816" cy="3313839"/>
            <a:chOff x="2638702" y="3652424"/>
            <a:chExt cx="8804361" cy="296301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EF5D2FF-7E70-668A-C8C2-8C9DAC38C6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829"/>
            <a:stretch/>
          </p:blipFill>
          <p:spPr>
            <a:xfrm>
              <a:off x="2656114" y="3652424"/>
              <a:ext cx="8449627" cy="13744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23BEFAA-C141-F5F0-C888-07E7F2A9E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38702" y="5183585"/>
              <a:ext cx="8804361" cy="1431851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D41A9B99-BAED-722E-1344-8CA4F982E7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232316"/>
            <a:ext cx="9550891" cy="16256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AD937426-99C9-67A1-EB17-9F106C6363D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48211" y="6408614"/>
            <a:ext cx="449386" cy="44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300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2B179B-44F6-391C-8954-B7FF1D9AF6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31" t="14251" r="777"/>
          <a:stretch/>
        </p:blipFill>
        <p:spPr>
          <a:xfrm>
            <a:off x="519158" y="309727"/>
            <a:ext cx="10986550" cy="65482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957FBE-6EA7-D6E5-D755-90182D002456}"/>
              </a:ext>
            </a:extLst>
          </p:cNvPr>
          <p:cNvSpPr txBox="1"/>
          <p:nvPr/>
        </p:nvSpPr>
        <p:spPr>
          <a:xfrm>
            <a:off x="2377998" y="-90083"/>
            <a:ext cx="703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EX: FZ/T 73020 – 2019 Knitted Casual Wear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862632A-46E0-6D7F-742A-6593ADDD37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48211" y="6408614"/>
            <a:ext cx="449386" cy="44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805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4DEDB-CDED-D8D5-2058-2A21EC314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178ED7-A91D-0E99-45DE-9E77E8CAE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36" y="91427"/>
            <a:ext cx="11361327" cy="667514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50F89E8-902E-8A95-814C-04398158C2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48211" y="6408614"/>
            <a:ext cx="449386" cy="44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635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73419-6A67-41D2-BDD7-7066737FE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E2A2CE-1D8C-ECDF-54E5-83D9FD629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88" y="382193"/>
            <a:ext cx="11618473" cy="5956114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1524317-2A82-2B6D-72D0-037375052F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48211" y="6408614"/>
            <a:ext cx="449386" cy="44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434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43C8F2-038C-74B5-EC6B-B1351D647E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73" t="11440" r="1021"/>
          <a:stretch/>
        </p:blipFill>
        <p:spPr>
          <a:xfrm>
            <a:off x="790042" y="338799"/>
            <a:ext cx="10467555" cy="65192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0C38F6-4CDD-6B76-2931-22C4EE84AD72}"/>
              </a:ext>
            </a:extLst>
          </p:cNvPr>
          <p:cNvSpPr txBox="1"/>
          <p:nvPr/>
        </p:nvSpPr>
        <p:spPr>
          <a:xfrm>
            <a:off x="2488002" y="-106310"/>
            <a:ext cx="6084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EX: GB/T 22849 – 2014 Knitted T-shirt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5680556-67FE-C307-CFD6-E7202E6A3C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48211" y="6408614"/>
            <a:ext cx="449386" cy="44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626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6D88F-30C8-EC54-5D55-D97897712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687906-7471-5611-CAB7-05B53DAE0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69" y="165324"/>
            <a:ext cx="11101261" cy="652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190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044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555</Words>
  <Application>Microsoft Office PowerPoint</Application>
  <PresentationFormat>Widescreen</PresentationFormat>
  <Paragraphs>43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PMingLiU</vt:lpstr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Chen</dc:creator>
  <cp:lastModifiedBy>Michael Chen</cp:lastModifiedBy>
  <cp:revision>1</cp:revision>
  <dcterms:created xsi:type="dcterms:W3CDTF">2025-01-20T12:48:11Z</dcterms:created>
  <dcterms:modified xsi:type="dcterms:W3CDTF">2025-09-29T21:14:32Z</dcterms:modified>
</cp:coreProperties>
</file>