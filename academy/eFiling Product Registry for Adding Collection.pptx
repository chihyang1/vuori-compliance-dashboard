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78" r:id="rId11"/>
    <p:sldId id="265" r:id="rId12"/>
    <p:sldId id="276" r:id="rId13"/>
    <p:sldId id="270" r:id="rId14"/>
    <p:sldId id="271" r:id="rId15"/>
    <p:sldId id="273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Chen" userId="2370abbf-3f7d-4ee6-af11-ca8a85ee8dd1" providerId="ADAL" clId="{CA129A24-8548-4346-A52F-37B1ACDFCAC6}"/>
    <pc:docChg chg="undo custSel addSld delSld modSld sldOrd">
      <pc:chgData name="Michael Chen" userId="2370abbf-3f7d-4ee6-af11-ca8a85ee8dd1" providerId="ADAL" clId="{CA129A24-8548-4346-A52F-37B1ACDFCAC6}" dt="2026-06-15T05:33:27.708" v="2008" actId="313"/>
      <pc:docMkLst>
        <pc:docMk/>
      </pc:docMkLst>
      <pc:sldChg chg="addSp delSp modSp mod">
        <pc:chgData name="Michael Chen" userId="2370abbf-3f7d-4ee6-af11-ca8a85ee8dd1" providerId="ADAL" clId="{CA129A24-8548-4346-A52F-37B1ACDFCAC6}" dt="2026-06-10T07:00:35.590" v="2002" actId="1076"/>
        <pc:sldMkLst>
          <pc:docMk/>
          <pc:sldMk cId="4139779918" sldId="257"/>
        </pc:sldMkLst>
        <pc:spChg chg="add mod">
          <ac:chgData name="Michael Chen" userId="2370abbf-3f7d-4ee6-af11-ca8a85ee8dd1" providerId="ADAL" clId="{CA129A24-8548-4346-A52F-37B1ACDFCAC6}" dt="2026-06-10T07:00:35.590" v="2002" actId="1076"/>
          <ac:spMkLst>
            <pc:docMk/>
            <pc:sldMk cId="4139779918" sldId="257"/>
            <ac:spMk id="9" creationId="{86C6A72E-E98F-DBAB-15EC-A8030721E328}"/>
          </ac:spMkLst>
        </pc:spChg>
        <pc:picChg chg="add mod">
          <ac:chgData name="Michael Chen" userId="2370abbf-3f7d-4ee6-af11-ca8a85ee8dd1" providerId="ADAL" clId="{CA129A24-8548-4346-A52F-37B1ACDFCAC6}" dt="2026-06-10T06:56:38.652" v="1978" actId="1076"/>
          <ac:picMkLst>
            <pc:docMk/>
            <pc:sldMk cId="4139779918" sldId="257"/>
            <ac:picMk id="4" creationId="{BC096909-3AF3-6E67-47A2-2E99A1258201}"/>
          </ac:picMkLst>
        </pc:picChg>
      </pc:sldChg>
      <pc:sldChg chg="addSp delSp modSp mod">
        <pc:chgData name="Michael Chen" userId="2370abbf-3f7d-4ee6-af11-ca8a85ee8dd1" providerId="ADAL" clId="{CA129A24-8548-4346-A52F-37B1ACDFCAC6}" dt="2026-06-15T05:32:42.517" v="2004" actId="13926"/>
        <pc:sldMkLst>
          <pc:docMk/>
          <pc:sldMk cId="2014338513" sldId="259"/>
        </pc:sldMkLst>
        <pc:spChg chg="add del">
          <ac:chgData name="Michael Chen" userId="2370abbf-3f7d-4ee6-af11-ca8a85ee8dd1" providerId="ADAL" clId="{CA129A24-8548-4346-A52F-37B1ACDFCAC6}" dt="2026-05-25T08:14:36.717" v="1955" actId="478"/>
          <ac:spMkLst>
            <pc:docMk/>
            <pc:sldMk cId="2014338513" sldId="259"/>
            <ac:spMk id="11" creationId="{1D6B5941-8A02-DEC4-5927-2B13E0D188E4}"/>
          </ac:spMkLst>
        </pc:spChg>
        <pc:spChg chg="mod">
          <ac:chgData name="Michael Chen" userId="2370abbf-3f7d-4ee6-af11-ca8a85ee8dd1" providerId="ADAL" clId="{CA129A24-8548-4346-A52F-37B1ACDFCAC6}" dt="2026-06-15T05:32:42.517" v="2004" actId="13926"/>
          <ac:spMkLst>
            <pc:docMk/>
            <pc:sldMk cId="2014338513" sldId="259"/>
            <ac:spMk id="36" creationId="{BC450F35-2A71-9CDC-295B-244AE9206242}"/>
          </ac:spMkLst>
        </pc:spChg>
        <pc:grpChg chg="add mod">
          <ac:chgData name="Michael Chen" userId="2370abbf-3f7d-4ee6-af11-ca8a85ee8dd1" providerId="ADAL" clId="{CA129A24-8548-4346-A52F-37B1ACDFCAC6}" dt="2026-05-25T08:14:25.359" v="1953" actId="1076"/>
          <ac:grpSpMkLst>
            <pc:docMk/>
            <pc:sldMk cId="2014338513" sldId="259"/>
            <ac:grpSpMk id="2" creationId="{BB861459-0E91-2703-45D7-51DAA52700FF}"/>
          </ac:grpSpMkLst>
        </pc:grpChg>
      </pc:sldChg>
      <pc:sldChg chg="modSp mod">
        <pc:chgData name="Michael Chen" userId="2370abbf-3f7d-4ee6-af11-ca8a85ee8dd1" providerId="ADAL" clId="{CA129A24-8548-4346-A52F-37B1ACDFCAC6}" dt="2026-06-15T05:33:27.708" v="2008" actId="313"/>
        <pc:sldMkLst>
          <pc:docMk/>
          <pc:sldMk cId="1459174284" sldId="261"/>
        </pc:sldMkLst>
        <pc:spChg chg="mod">
          <ac:chgData name="Michael Chen" userId="2370abbf-3f7d-4ee6-af11-ca8a85ee8dd1" providerId="ADAL" clId="{CA129A24-8548-4346-A52F-37B1ACDFCAC6}" dt="2026-06-15T05:33:27.708" v="2008" actId="313"/>
          <ac:spMkLst>
            <pc:docMk/>
            <pc:sldMk cId="1459174284" sldId="261"/>
            <ac:spMk id="27" creationId="{35C37BD6-FE43-EFF2-878F-572BF12BC451}"/>
          </ac:spMkLst>
        </pc:spChg>
      </pc:sldChg>
      <pc:sldChg chg="addSp delSp modSp new mod">
        <pc:chgData name="Michael Chen" userId="2370abbf-3f7d-4ee6-af11-ca8a85ee8dd1" providerId="ADAL" clId="{CA129A24-8548-4346-A52F-37B1ACDFCAC6}" dt="2026-06-10T06:53:48.574" v="1970" actId="1037"/>
        <pc:sldMkLst>
          <pc:docMk/>
          <pc:sldMk cId="1381236732" sldId="279"/>
        </pc:sldMkLst>
        <pc:spChg chg="add mod">
          <ac:chgData name="Michael Chen" userId="2370abbf-3f7d-4ee6-af11-ca8a85ee8dd1" providerId="ADAL" clId="{CA129A24-8548-4346-A52F-37B1ACDFCAC6}" dt="2026-06-10T06:53:34.383" v="1966" actId="207"/>
          <ac:spMkLst>
            <pc:docMk/>
            <pc:sldMk cId="1381236732" sldId="279"/>
            <ac:spMk id="4" creationId="{1927270A-266B-840D-41A6-2A727F50EC88}"/>
          </ac:spMkLst>
        </pc:spChg>
        <pc:spChg chg="add mod">
          <ac:chgData name="Michael Chen" userId="2370abbf-3f7d-4ee6-af11-ca8a85ee8dd1" providerId="ADAL" clId="{CA129A24-8548-4346-A52F-37B1ACDFCAC6}" dt="2026-06-10T06:53:48.574" v="1970" actId="1037"/>
          <ac:spMkLst>
            <pc:docMk/>
            <pc:sldMk cId="1381236732" sldId="279"/>
            <ac:spMk id="6" creationId="{DFAC4094-36ED-EBA3-973E-AC1F52283CB3}"/>
          </ac:spMkLst>
        </pc:spChg>
        <pc:inkChg chg="add">
          <ac:chgData name="Michael Chen" userId="2370abbf-3f7d-4ee6-af11-ca8a85ee8dd1" providerId="ADAL" clId="{CA129A24-8548-4346-A52F-37B1ACDFCAC6}" dt="2026-06-05T03:17:55.925" v="1958" actId="9405"/>
          <ac:inkMkLst>
            <pc:docMk/>
            <pc:sldMk cId="1381236732" sldId="279"/>
            <ac:inkMk id="2" creationId="{5EA8362E-E0D7-7674-6855-4013A4EC9DAE}"/>
          </ac:inkMkLst>
        </pc:inkChg>
        <pc:inkChg chg="add">
          <ac:chgData name="Michael Chen" userId="2370abbf-3f7d-4ee6-af11-ca8a85ee8dd1" providerId="ADAL" clId="{CA129A24-8548-4346-A52F-37B1ACDFCAC6}" dt="2026-06-05T03:18:05.516" v="1959" actId="9405"/>
          <ac:inkMkLst>
            <pc:docMk/>
            <pc:sldMk cId="1381236732" sldId="279"/>
            <ac:inkMk id="3" creationId="{E2B6DA04-C387-C9B9-CF5E-33174AB76CF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45:30.3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2441 61 0,'-2441'-61'0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09:41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3248 62,'-839'0,"716"-10,20 0,-5-1,-17 0,-413 12,508-2,-41-8,-21-1,-518 9,297 3,258-3,-64 2,114 0,0 0,-1 0,1 1,0-1,-1 1,1 0,0 1,1-1,-1 1,0 0,1 0,-1 0,1 1,0 0,0 0,-4 6,4-5,0 1,0-1,0 1,1 0,0 1,0-1,1 0,0 1,0 0,1-1,-1 1,0 10,2-10,0 0,0-1,0 1,1-1,2 13,-2-17,0-1,-1 1,1 0,0 0,0-1,0 1,1 0,-1-1,0 1,0-1,1 0,-1 1,1-1,-1 0,1 0,0 0,-1 0,1 0,0 0,0-1,0 1,-1-1,1 1,3 0,16 1,0 0,1-2,37-3,1 0,1602 2,-825 2,-820-1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3:11:22.2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0,'1834'19'0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3:41.8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3708 63,'-838'0,"678"-11,-3 0,-33 1,3 0,-889 9,521 3,444-13,78 6,-41 0,3 4,-87 4,144 0,3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6:52.1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 1,'-3'0,"-5"0,-4 0,-1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6:54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55 0,'-3'0,"-5"0,-5 0,-3 0,1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6:59.3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103 33,'-3'0,"-5"-3,-4-2,-4 1,-2 0,2-2,-1 0,4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7:01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 19,'-3'0,"-5"0,-4-4,-4 0,-2 0,-2 0,3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7:06.0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42,'0'-4,"0"-3,-3-2,-5 1,-4 2,-4 2,-2 2,-2 1,-1 0,4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7:07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13,'-4'0,"-4"0,-4 0,-4 0,-3 0,3-3,0-2,2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37:10.3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 16,'-4'0,"-4"0,-1-3,-2-2,-3 1,1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3:51:16.7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1935 19 0,'-1935'-19'0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51:18.4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0,'395'0,"-363"2,-1 1,35 8,-48-8,0 2,-4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3:51:20.0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21,'3'0,"5"0,5 0,3 0,2 0,2 0,1 0,3-3,2-2,-1 1,-1 1,-1 0,-1 2,-1 0,0 1,-1 0,0 0,-4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3:52:03.9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2561 41 0,'-2560'-40'0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06:55.1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1612 42,'-555'0,"431"-10,3 0,108 10,-229-11,135 2,-147 8,118 2,94-1,25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06:56.5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886 22,'-39'0,"-7"1,0-2,-67-11,65 6,0 2,-90 5,50 0,-214-1,285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07:00.2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1571 42,'-7'0,"1"-1,0 0,-1 0,-10-4,-21-4,-95 5,-21-2,10-6,-182 10,164 3,-391-1,535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07:02.9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1303 83,'0'-1,"0"0,0 0,-1 1,1-1,0 1,0-1,-1 0,1 1,-1-1,1 0,0 1,-1-1,1 1,-1-1,1 1,-1-1,0 1,1 0,-1-1,1 1,-1 0,0-1,0 1,-21-8,15 6,-25-6,0 2,0 1,-57-2,16 2,-342-4,254 11,71 0,-96-5,136-6,36 6,0 0,-17-1,8 3,3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4:13:17.0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 0,'1552'-61'0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4:14:39.0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 0,'1774'-81'0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15:18.3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82,'31'0,"0"-2,0-1,0-1,46-13,-48 10,0 2,39-2,6-1,88-13,-99 14,-45 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15:31.4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1 143,'0'-1,"0"0,1 0,-1 1,0-1,1 0,-1 1,0-1,1 0,-1 1,1-1,-1 1,1-1,-1 1,1-1,0 1,-1-1,1 1,0-1,-1 1,1 0,1-1,19-7,-14 5,49-16,1 2,96-15,-101 22,146-14,-106 15,261 1,-211 10,206 10,-129-7,-32-2,-111 5,22 2,49-7,204 11,6-7,-218-9,2 0,170 4,-147 15,-12-1,209-7,-247-1,46 2,145 15,-291-23,378 11,-51-4,-101 4,24 2,45-9,-184-8,-50 2,-56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16:08.8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2627 104,'-1229'0,"1073"-11,-4 0,118 10,-44-9,1 0,-65-8,-7-1,61 9,-58-3,78 12,-114 4,157 4,20-2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18:52.5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1731 85,'-6'0,"0"-1,-1 0,1-1,0 1,-7-3,-23-5,-71-11,72 12,-53-6,-52 0,72 8,1 2,-78 5,40 1,-440-2,526 0,0 1,0 1,0 0,0 2,0 0,0 1,1 1,0 1,-21 10,15-5,-1-2,-49 14,54-19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18:53.7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179 41,'-3'0,"-2"-3,-3-2,-3 1,-4 0,-2 2,1-3,0 0,0 0,-2 2,0 1,-1 0,3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18:55.3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1,'4'0,"4"0,4 0,4 0,2 0,2 0,1 0,0 0,0 0,-1 0,1 0,0 0,-1 0,-3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18:56.6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0,'3'0,"8"0,6 0,7 0,3 0,-1 0,0 0,-1 0,-2 0,-2 0,0 0,-1 0,-3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0:13.3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2602 122,'-181'-11,"28"2,-509-37,409 25,130 12,-936-17,905 27,138-1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0:14.6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0,'2482'0,"-2461"0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0:32.7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561 142,'-3'-1,"-1"0,1 0,0-1,0 1,-1-1,-4-3,-6-2,-26-7,-1 1,-82-14,74 19,26 6,0-2,0-1,-27-10,29 7,0 2,-1 0,1 1,-23-2,26 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1:02.2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4015 344,'-13'-5,"0"0,0 1,0 1,-18-3,-11-3,-32-11,13 2,-106-16,139 30,1-2,-35-12,40 10,0 2,-1 0,0 2,-31-3,-77 7,53 0,-101-11,25-1,38 4,-149-13,196 14,-80-10,-192-19,241 28,-241-12,-39-4,-352 7,522 18,206-1,1 0,0 0,-1 1,1-1,0 1,0-1,-1 1,1 0,0 0,0 1,0-1,0 1,0-1,0 1,1 0,-1 0,-2 2,3 0,-1-1,1 0,0 0,0 1,0 0,0-1,1 1,-1 0,1-1,0 1,0 0,1 0,-1 8,0-3,1 0,0 0,0 0,1 0,2 11,-2-16,0 0,1 0,0 0,0 0,0 0,0 0,0 0,1-1,0 1,-1-1,1 0,6 5,-1-1,0-1,0 0,1-1,0 0,0 0,0-1,18 6,32 12,-45-15,0-1,0-1,1 0,0-1,-1-1,21 2,222-4,-119-3,4 3,153-3,-200-7,27-1,27 10,230-12,96 2,-298 12,395-2,-350 15,-159-8,50 9,-93-14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5:36.6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2,'337'-1,"657"10,-647 22,-298-28,78-3,-44-2,198 2,-264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5:38.2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0,'756'40,"-203"-12,-309-19,-187-7,1-1,70 12,-76-7,-1-2,71-5,-56 0,-44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5:45.5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1,'1'1,"-1"0,1-1,-1 1,1 0,-1 0,1 0,-1 0,1 0,0-1,0 1,-1 0,1-1,0 1,0 0,0-1,0 1,-1-1,1 0,2 2,24 8,-19-7,11 4,1-1,-1-1,41 4,63-1,-63-6,552 12,-302-11,12 17,19-1,-63-8,13-1,1113-11,-1384 0,0-1,24-5,27-3,34 10,15-1,-62-8,-42 5,31-2,338 3,-196 5,-119-1,77-2,-45-18,-76 16,-1-1,32-9,-33 7,1 0,39-2,287 6,-174 4,115-2,-271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5:47.4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0,'13'1,"-1"1,1 0,23 7,19 3,192 6,7-20,-81 0,-158 2,1 1,-1 0,24 5,-21-1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5:50.9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0 162,'72'2,"78"-4,-104-7,-34 6,2 1,16-2,506 0,-310 6,615-2,-707-11,-12 1,9 0,16 0,-115 9,44-8,25-1,-43 9,172-10,-66 4,5-1,-35-10,214-18,-158 36,-80 1,-93-1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5:53.1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1,'127'11,"-54"-3,6 1,88 3,1044-11,-573-2,-616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5:58.8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83,'429'-37,"-353"27,11-2,101-9,517 19,-358 4,4752-2,-5071 1,0 2,27 6,-19-3,-18-2,0 0,0 1,0 1,0 1,23 12,-28-12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06:08.0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2881 202,'-85'0,"-137"-19,-389-54,475 60,-409-23,500 33,-76-14,-24-3,8 19,-7 1,60-10,47 5,-36 0,-406 6,462-1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5:02.9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22,'787'0,"-631"-10,4-1,-51 12,-92-1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5:04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22,'3'0,"9"0,8 0,8 0,3 0,0 0,-3-3,-2-2,-2 1,-2 0,-2 2,1 0,-2 1,-2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9:38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5763 103,'-279'-11,"-11"1,-1778 12,1154-3,739-11,78 3,-1 1,-83-4,66 2,5 0,-309 10,197 1,196-3,-45-7,43 4,-33-1,-327 6,187 1,182-1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9:39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1754 82,'-343'-13,"257"6,-485-35,410 34,-150-3,46 11,248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9:42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97,'121'9,"-86"-4,1-2,48-3,79-16,73-4,32 16,214-12,7-9,-1 26,-169 2,851-3,-1157-1,1-1,-2 1,15-5,29-4,-42 9,-1-1,21-6,-28 6,8-2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9:43.8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1815 24,'-50'-1,"-76"-10,51 4,-1 2,-76 7,41 0,-1096-2,1190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9:45.8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1211 1,'-1188'0,"1166"0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29:47.2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0,'7'0,"9"4,9 0,4 1,-1-2,0 0,-3-2,-1 0,-2 0,-1-1,-4-1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31:57.9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1198 42,'-223'1,"-229"-3,335-8,-23-1,111 10,-31-7,-12 0,-2 6,44 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14:31:59.8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2015 1,'-1997'0,"1980"0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4T09:34:11.9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2466 184,'-53'-1,"0"-2,0-3,1-2,-79-22,-393-88,446 108,-1 3,-142 7,92 2,-18-4,-168 4,257 5,1 1,-87 25,37-7,-27-6,102-16,-20 3,49-6,0 0,-1 0,1 0,0 0,0 1,0 0,0-1,0 1,0 0,0 0,1 1,-4 2,6-5,-1 1,1-1,0 1,-1-1,1 1,-1-1,1 1,0-1,0 1,-1-1,1 1,0-1,0 1,0 0,-1-1,1 1,0-1,0 1,0 0,0-1,0 1,0-1,0 1,0 0,1-1,-1 1,0-1,1 2,-1-1,1 0,0-1,0 1,0 0,0 0,0 0,0-1,0 1,0 0,0-1,0 1,3 0,36 6,176-5,-144-4,133 13,-142-5,70-2,16 2,-144-6,44 5,72 15,-60-8,90 5,-58-7,79 12,256 25,-288-46,-117-1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4:18:45.8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4254 1 0,'-4254'20'0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4:19:00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2621 201 0,'-2621'-201'0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01.8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1027 0,'-1009'0,"992"0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04.1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684 21,'-1'-1,"1"1,0-1,-1 0,1 0,-1 1,1-1,-1 0,1 0,-1 1,0-1,1 1,-1-1,0 0,1 1,-1 0,0-1,0 1,0-1,1 1,-1 0,0-1,0 1,0 0,0 0,0 0,-1 0,-30-4,27 4,-318-4,177 6,6-2,123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07.6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563 0,'-545'0,"527"0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17.6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1066 1,'-1048'0,"1030"0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21.7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885 22,'-174'-10,"27"0,-225 9,197 1,158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26.3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0,'10'1,"0"0,0 1,15 4,21 3,251-5,-165-6,1041 2,-1136 2,41 7,-42-4,46 0,-65-5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33.0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2277 1,'-2259'0,"2241"0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37.1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0,'49'1,"88"11,-70-5,1-3,82-5,-53-1,323 23,-30-1,-11-21,-362 2,0 1,26 5,19 3,-45-9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41.1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23,'0'-1,"0"1,1-1,-1 0,1 0,-1 0,0 1,1-1,-1 0,1 1,0-1,-1 1,1-1,-1 0,1 1,0-1,0 1,-1 0,1-1,0 1,0-1,-1 1,1 0,0 0,0 0,0-1,1 1,28-4,-26 4,249-4,-138 6,561-2,-568 5,161 28,-257-31,62 15,-60-15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45.0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41,'147'2,"158"-5,-193-6,54-2,-146 10,0-1,21-5,-19 3,33-1,86 5,-114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19:58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543 1,'-525'0,"508"0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20:03.0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1,'12'0,"0"2,0-1,16 6,29 3,14-1,-44-4,29 0,476-2,-269-5,-103 2,-143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20:08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1,'5'5,"0"0,0 0,1-1,-1 0,1 0,0 0,0-1,10 4,-1-2,0 0,1-2,0 1,0-2,19 1,86-4,-50-2,512 3,-566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20:18.0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3405 22,'-439'-12,"-265"3,434 11,198-3,-570 13,370-6,50-3,83 6,-66 2,-215-12,401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09:45:05.2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767 19 0,'-767'-19'0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4T09:45:16.2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1918 1,'-130'0,"-390"13,351-1,-241 31,365-37,-60 2,77-7,-9 3,-53 11,-14 3,-81 4,106-6,64-14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4T09:45:17.5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604 1,'-586'0,"569"0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4T09:45:20.6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2538 2,'-204'-2,"-230"4,247 7,-64 2,165-11,-426 11,-112-1,403-11,202 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4T09:45:22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641 22,'0'-4,"-4"-1,-4 1,-4 0,-4 2,-2 0,-6 1,-1 1,-4 0,-10 0,-16 0,-12 1,-12-1,-3 0,9 0,10 0,16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4T09:45:23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605 23,'0'-1,"0"0,0 1,-1-1,1 0,-1 0,1 1,-1-1,1 0,-1 1,1-1,-1 0,0 1,1-1,-1 1,0-1,1 1,-1-1,0 1,0 0,0-1,1 1,-1 0,0 0,0-1,0 1,-1 0,-29-4,27 4,-265-4,150 6,-28-2,130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24:17.7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825 1,'-807'0,"790"0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8T04:24:20.8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4112 62,'-728'-33,"110"24,382 11,67-1,-189-3,165-8,-84-1,-1238 12,1498-1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09:04:56.6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966 143,'0'-1,"-1"0,1 0,0 0,-1 0,1 0,-1 0,1 1,-1-1,0 0,1 0,-1 1,0-1,1 0,-1 1,0-1,0 1,1-1,-1 1,0-1,-1 0,-22-9,22 9,-65-25,-65-22,111 42,-1 1,1 1,-1 1,-31-1,-17 4,28 2,0-3,-74-10,72 5,-1 2,-87 5,53 0,61-1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9:04:59.0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987 61 0,'-987'-61'0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09:05:06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22,'3'0,"5"0,8-3,4-2,10 1,2 0,0 2,1 0,-1 1,-4 1,-5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09:05:08.5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1288 21,'-864'0,"722"-10,-5-1,30 12,100-1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5:53:24.2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7843 40 0,'-7843'-40'0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06:04:48.4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44,'5'-3,"1"-1,-1 1,1 1,0-1,-1 1,1 0,0 1,0-1,0 1,11-1,8-2,15-3,1 3,0 1,55 3,-43 1,2099 0,-2135-1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31.2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2476 81,'0'0,"0"-1,0 0,-1 1,1-1,0 0,-1 1,1-1,-1 1,1-1,0 1,-1-1,0 1,1-1,-1 1,1-1,-1 1,1 0,-1-1,0 1,1 0,-1-1,0 1,1 0,-1 0,0 0,0 0,-1 0,-25-3,22 2,-400-5,254 7,-1212-53,971 44,309 8,49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32.8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2501 113,'-515'-13,"-457"3,612 12,335-3,-46-9,45 6,-37-2,0 6,24 0,0-1,-56-9,39 0,-55-12,60 1,36 14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34.4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1209 110,'-53'-3,"-75"-13,47 5,-356-21,292 22,-61 0,185 9,-1 0,1-2,0 0,-36-11,40 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38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0 144,'68'0,"290"12,26-3,-243-11,1764 2,-1660 11,1 0,1322-12,-1170-10,-70 2,67 7,355-9,-193-13,209-13,-305 16,-178 14,118-9,400-25,7 36,-464 7,398-2,-624 10,-53-3,639 62,-545-55,209-10,-195-6,126 17,-255-13,-32-3,-1 2,0-1,0 1,1 1,-1 0,0 0,0 1,12 6,-10-1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40.4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1269 80,'0'-1,"0"0,0-1,0 1,0-1,0 1,-1-1,1 1,0 0,-1-1,0 1,1 0,-1-1,0 1,1 0,-1 0,0 0,0 0,0 0,0 0,0 0,0 0,-1 0,1 0,0 0,0 1,-1-1,1 0,0 1,-2-1,-5-1,1 0,-1 1,0 0,-12 1,12-1,-579-1,283 4,293-2,0-1,1-1,-18-5,15 4,0 0,-17-1,-130-14,142 17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56.9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1289 82,'0'-1,"0"0,-1 0,1 0,0 1,-1-1,1 0,-1 0,1 1,-1-1,1 1,-1-1,1 0,-1 1,0-1,1 1,-1-1,0 1,1-1,-1 1,0 0,0-1,1 1,-1 0,0 0,0-1,0 1,-1 0,-29-4,22 3,-35-7,16 3,-41-2,-73-3,-25-1,-217 10,224 2,126-3,-42-6,43 3,-43 0,59 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58.3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1231 41,'0'-1,"0"1,0-1,-1 0,1 1,0-1,-1 1,1-1,-1 1,1-1,0 1,-1-1,1 1,-1-1,1 1,-1 0,0-1,1 1,-1 0,1-1,-1 1,0 0,1 0,-1 0,-1-1,-18-3,17 4,-41-5,-1 2,-56 4,31 1,-231-12,-8-1,5 12,283-1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05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624 143,'-7'-5,"-1"0,1 0,-1 1,0 0,0 0,-1 1,1 0,-10-2,-10-4,-13-4,-74-13,76 19,-5-4,23 6,-1 0,-32-2,-23-3,52 5,-34-1,42 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14.3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3,'43'-1,"-24"0,0 1,0 0,0 2,37 6,-24 1,1-1,1-2,-1-1,51 0,217 7,32-4,-239-8,-73 1,-1 1,26 6,-25-4,0-1,23 0,56-3,-83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0:31:17.9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2298 1 0,'-2298'60'0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41.9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542 62,'-7'0,"-1"-1,1-1,-1 1,-12-6,-10-1,-8 0,0 2,-70-2,76 7,-46-8,45 4,-44 0,37 5,23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43.5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41,'0'-1,"-1"0,1 1,0-1,-1 0,1 0,0 1,-1-1,1 0,-1 0,1 1,-1-1,1 0,-1 1,0-1,1 1,-1-1,0 1,1-1,-1 1,0 0,0-1,1 1,-1 0,0-1,0 1,0 0,-1 0,-30-5,23 4,-68-9,-112 1,90 9,82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27.1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2305 83,'-2'-2,"-1"0,1 1,0-1,-1 1,1-1,-1 1,1 0,-1 0,0 0,1 1,-7-2,-34 0,27 1,-403-27,-257-8,-395 38,1028-2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28.7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2837 109,'0'0,"-1"-1,1 0,0 0,0 1,-1-1,1 0,0 1,-1-1,1 0,-1 1,1-1,-1 1,1-1,-1 1,1-1,-1 1,1-1,-1 1,0-1,1 1,-1 0,0-1,0 1,1 0,-1 0,0-1,1 1,-2 0,-24-4,23 4,-238-5,72 4,-524-51,595 39,-150 1,-645 14,497-3,389 1,1 0,-1-1,0 1,-6-3,0-1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0:49.2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685 1,'-286'11,"-9"-2,209-10,69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01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933 53,'0'-1,"-1"1,1-1,0 0,-1 0,1 0,-1 0,1 0,-1 1,1-1,-1 0,0 1,1-1,-1 0,0 1,0-1,1 1,-1-1,0 1,0-1,0 1,0 0,0-1,0 1,0 0,1 0,-1-1,-2 1,-30-4,29 4,-241 0,4-1,128-17,10 18,-24-1,94-7,20 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09.3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1,'3'0,"5"0,4 0,1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10.8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0,'46'1,"74"11,16 3,222-2,-295-14,-40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20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2195 0,'-819'0,"657"10,30 0,8 0,-18 1,-375-11,235-1,265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45.6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543 45,'0'-2,"-1"1,1-1,-1 1,1 0,-1 0,0-1,0 1,1 0,-1 0,0 0,0 0,0 0,0 0,0 0,-1 0,1 0,0 0,0 1,-1-1,1 0,0 1,-2-1,-31-10,3 6,1 2,-1 1,-56 4,16 1,-145-3,197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0:31:47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687 64,'0'-1,"0"0,0 0,-1 0,1 0,-1 0,1 0,-1 0,1 0,-1 0,0 0,0 0,1 0,-1 0,0 0,0 1,0-1,0 0,0 1,-2-2,-25-12,17 8,2 2,0 0,0 1,-1 0,1 0,-1 1,0 0,-17-1,-73 4,44 1,-246-2,291 1,0 0,0 1,0 0,-13 4,24-6,-14 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5T03:17:55.9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3512 185,'-251'12,"-76"-2,235-11,-587-51,522 26,-59-6,-320-13,215 37,194 9,-137-17,205 5,37 6,-32-3,-11 5,-94 6,143-2,1 1,-1 1,1 1,0 0,-26 11,37-13,0-1,0 1,1 0,-1 0,1 1,-1-1,1 1,0-1,0 1,0 0,0 0,0 0,1 1,-1-1,1 1,0-1,0 1,1 0,-1 0,1 0,-1 0,1 0,1 0,-1 0,0 0,1 6,0-8,0 0,1 0,-1 0,0 0,1-1,-1 1,1 0,0 0,0 0,0 0,0-1,0 1,2 3,7 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5T03:18:05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3320 22,'-1413'0,"1235"-11,-7 0,-1199 12,1367 0,0 1,-25 6,-22 2,44-10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71B3-7246-4A48-C6AC-F22801D9A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25855-434C-C651-3E9A-9D7B07173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865EF-C39B-DBBE-C0C9-3459E7B42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34059-FCA9-D9D2-17B0-1ADACD92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1507-E778-9C5D-0146-B1C0B145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6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EE34-84F2-FCF0-BCEC-09ED7A50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BA1E-96E2-B462-EAD5-3C49186C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8FF2D-30AB-0066-8B1B-3B7D1C90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6DC1F-7CFF-D031-8535-12175F8A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99A83-592B-016F-BE31-8155F01F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2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65C5-E1EA-2ECE-CDE9-8808BBE3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A3C53-786A-AC96-6C2C-E6EC19F4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BCDEF-EDA5-3646-86DB-DEC352C6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EB4FC-2651-AE86-B721-21E4CE7D5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C8E8C-677A-8669-450F-80103CED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9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CC3C-FF7F-D6FC-5E10-C64CAE08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109FC-1B4C-449B-ED84-0B9F27A76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99119-12EA-5D62-8B5E-BDA3BC755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49218-F604-30B9-0149-4BFCA29C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87183-8F39-A3FA-EE96-2F03F38E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AF8FA-CE9E-9115-9CB5-9293AF79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0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C846-797F-A7CC-8A1A-DC9FB37D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936E0-9C6D-9950-1E61-CD80D7546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00569-53CA-F198-24E2-00FDBDD70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EFDFF-D4ED-9D33-133C-6B42FE58C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24520-F4F3-DD94-CEFD-0C4E68B7C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2C1D0-D52A-5BFA-14A2-F85706ED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6AEC0-B44B-8ACC-B495-DBAC18F2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5E690-718B-6745-97AF-04AB97BB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9D1D-E7CF-5C13-80B1-94CD2B03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68904-E9F2-54A2-A97D-FB1545A6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728DD-2F28-DDF0-832C-2B89BE20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D6F87-7B8F-A143-C175-6BA08745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4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12EF7-30FD-8BCF-8D6E-0C2C2B22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B2FCD-1925-738E-21BB-D35D0DB6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D4B36-88B6-4A84-F63A-4A983B3D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6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DA2B-FAF4-908C-D180-6902B5BB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3A91-74E4-9981-1127-F333CDF10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20D8B-894E-48F4-5897-70A21B266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CADF3-CDE5-5DD8-E793-29E39D95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B7934-764B-4410-7338-434CB90E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532F0-7A8B-00C2-0C2C-C90AA7A9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4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162D-6F71-3A6F-572E-9EA2DA9C8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97222-FC17-5784-832E-FE3512F2E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87EFB-A90D-4FC5-01CC-4892BF128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9E2D7-3CA2-1C9C-B054-3D1FD4A0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05195-9B17-5314-A98B-8E112C48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77DF1-1A4F-288C-9979-9702F8F0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A68D5-C7AB-C80D-5838-59DC55E5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5461A-2363-C042-FAEF-49C863C42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4D91B-4C96-81B6-564B-EF1F38BD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34433-CE88-F6E2-D952-639231A1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02489-76B0-2405-98F4-2D0D3ABB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9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DA445-C630-2464-2F25-AA12D2007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39387-41F1-21DE-01D9-FA8E17B4C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C6F39-9F4F-F6C1-3257-819AE9FB9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03FE-69F4-A330-8B11-540358A5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2C363-9C3E-77B0-88CC-43AF35C0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5308E-0B5A-4BCC-6C33-103E8679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8599E-007C-C385-D248-570C4D15E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8667-1194-EC6E-D5B8-6F040C267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68EA1-16E0-43CE-8824-8A8630CEDEC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7507F-F4C8-369C-DEA4-9B7B8E9DD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9B886-DB0D-8414-0C86-90E6F60F5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A0BD9-9BCB-4482-B850-D8BF866C7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7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10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9.xml"/><Relationship Id="rId18" Type="http://schemas.openxmlformats.org/officeDocument/2006/relationships/image" Target="../media/image17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14.png"/><Relationship Id="rId17" Type="http://schemas.openxmlformats.org/officeDocument/2006/relationships/customXml" Target="../ink/ink11.xml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10" Type="http://schemas.openxmlformats.org/officeDocument/2006/relationships/image" Target="../media/image13.png"/><Relationship Id="rId19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customXml" Target="../ink/ink7.xml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customXml" Target="../ink/ink13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0.xml"/><Relationship Id="rId18" Type="http://schemas.openxmlformats.org/officeDocument/2006/relationships/image" Target="../media/image34.png"/><Relationship Id="rId26" Type="http://schemas.openxmlformats.org/officeDocument/2006/relationships/customXml" Target="../ink/ink26.xml"/><Relationship Id="rId39" Type="http://schemas.openxmlformats.org/officeDocument/2006/relationships/image" Target="../media/image44.png"/><Relationship Id="rId21" Type="http://schemas.openxmlformats.org/officeDocument/2006/relationships/customXml" Target="../ink/ink24.xml"/><Relationship Id="rId34" Type="http://schemas.openxmlformats.org/officeDocument/2006/relationships/customXml" Target="../ink/ink30.xml"/><Relationship Id="rId7" Type="http://schemas.openxmlformats.org/officeDocument/2006/relationships/customXml" Target="../ink/ink17.xml"/><Relationship Id="rId12" Type="http://schemas.openxmlformats.org/officeDocument/2006/relationships/image" Target="../media/image31.png"/><Relationship Id="rId17" Type="http://schemas.openxmlformats.org/officeDocument/2006/relationships/customXml" Target="../ink/ink22.xml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32.xml"/><Relationship Id="rId2" Type="http://schemas.openxmlformats.org/officeDocument/2006/relationships/image" Target="../media/image25.png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19.xml"/><Relationship Id="rId24" Type="http://schemas.openxmlformats.org/officeDocument/2006/relationships/customXml" Target="../ink/ink25.xml"/><Relationship Id="rId32" Type="http://schemas.openxmlformats.org/officeDocument/2006/relationships/customXml" Target="../ink/ink29.xml"/><Relationship Id="rId37" Type="http://schemas.openxmlformats.org/officeDocument/2006/relationships/image" Target="../media/image43.png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23" Type="http://schemas.openxmlformats.org/officeDocument/2006/relationships/image" Target="../media/image24.png"/><Relationship Id="rId28" Type="http://schemas.openxmlformats.org/officeDocument/2006/relationships/customXml" Target="../ink/ink27.xml"/><Relationship Id="rId36" Type="http://schemas.openxmlformats.org/officeDocument/2006/relationships/customXml" Target="../ink/ink31.xml"/><Relationship Id="rId10" Type="http://schemas.openxmlformats.org/officeDocument/2006/relationships/image" Target="../media/image30.png"/><Relationship Id="rId19" Type="http://schemas.openxmlformats.org/officeDocument/2006/relationships/customXml" Target="../ink/ink23.xml"/><Relationship Id="rId31" Type="http://schemas.openxmlformats.org/officeDocument/2006/relationships/image" Target="../media/image40.png"/><Relationship Id="rId4" Type="http://schemas.openxmlformats.org/officeDocument/2006/relationships/image" Target="../media/image27.png"/><Relationship Id="rId9" Type="http://schemas.openxmlformats.org/officeDocument/2006/relationships/customXml" Target="../ink/ink18.xml"/><Relationship Id="rId14" Type="http://schemas.openxmlformats.org/officeDocument/2006/relationships/image" Target="../media/image32.png"/><Relationship Id="rId22" Type="http://schemas.openxmlformats.org/officeDocument/2006/relationships/image" Target="../media/image36.png"/><Relationship Id="rId27" Type="http://schemas.openxmlformats.org/officeDocument/2006/relationships/image" Target="../media/image38.png"/><Relationship Id="rId30" Type="http://schemas.openxmlformats.org/officeDocument/2006/relationships/customXml" Target="../ink/ink28.xml"/><Relationship Id="rId35" Type="http://schemas.openxmlformats.org/officeDocument/2006/relationships/image" Target="../media/image42.png"/><Relationship Id="rId8" Type="http://schemas.openxmlformats.org/officeDocument/2006/relationships/image" Target="../media/image29.png"/><Relationship Id="rId3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51.png"/><Relationship Id="rId18" Type="http://schemas.openxmlformats.org/officeDocument/2006/relationships/customXml" Target="../ink/ink40.xml"/><Relationship Id="rId3" Type="http://schemas.openxmlformats.org/officeDocument/2006/relationships/image" Target="../media/image46.png"/><Relationship Id="rId21" Type="http://schemas.openxmlformats.org/officeDocument/2006/relationships/image" Target="../media/image55.png"/><Relationship Id="rId7" Type="http://schemas.openxmlformats.org/officeDocument/2006/relationships/image" Target="../media/image48.png"/><Relationship Id="rId12" Type="http://schemas.openxmlformats.org/officeDocument/2006/relationships/customXml" Target="../ink/ink37.xml"/><Relationship Id="rId17" Type="http://schemas.openxmlformats.org/officeDocument/2006/relationships/image" Target="../media/image53.png"/><Relationship Id="rId2" Type="http://schemas.openxmlformats.org/officeDocument/2006/relationships/image" Target="../media/image45.png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23" Type="http://schemas.openxmlformats.org/officeDocument/2006/relationships/image" Target="../media/image56.png"/><Relationship Id="rId10" Type="http://schemas.openxmlformats.org/officeDocument/2006/relationships/customXml" Target="../ink/ink36.xml"/><Relationship Id="rId19" Type="http://schemas.openxmlformats.org/officeDocument/2006/relationships/image" Target="../media/image54.png"/><Relationship Id="rId4" Type="http://schemas.openxmlformats.org/officeDocument/2006/relationships/customXml" Target="../ink/ink33.xml"/><Relationship Id="rId9" Type="http://schemas.openxmlformats.org/officeDocument/2006/relationships/image" Target="../media/image49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image" Target="../media/image500.png"/><Relationship Id="rId18" Type="http://schemas.openxmlformats.org/officeDocument/2006/relationships/customXml" Target="../ink/ink50.xml"/><Relationship Id="rId3" Type="http://schemas.openxmlformats.org/officeDocument/2006/relationships/image" Target="../media/image58.png"/><Relationship Id="rId7" Type="http://schemas.openxmlformats.org/officeDocument/2006/relationships/image" Target="../media/image470.png"/><Relationship Id="rId12" Type="http://schemas.openxmlformats.org/officeDocument/2006/relationships/customXml" Target="../ink/ink47.xml"/><Relationship Id="rId17" Type="http://schemas.openxmlformats.org/officeDocument/2006/relationships/image" Target="../media/image520.png"/><Relationship Id="rId2" Type="http://schemas.openxmlformats.org/officeDocument/2006/relationships/image" Target="../media/image57.png"/><Relationship Id="rId1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11" Type="http://schemas.openxmlformats.org/officeDocument/2006/relationships/image" Target="../media/image490.png"/><Relationship Id="rId5" Type="http://schemas.openxmlformats.org/officeDocument/2006/relationships/image" Target="../media/image460.png"/><Relationship Id="rId15" Type="http://schemas.openxmlformats.org/officeDocument/2006/relationships/image" Target="../media/image510.png"/><Relationship Id="rId10" Type="http://schemas.openxmlformats.org/officeDocument/2006/relationships/customXml" Target="../ink/ink46.xml"/><Relationship Id="rId19" Type="http://schemas.openxmlformats.org/officeDocument/2006/relationships/image" Target="../media/image530.png"/><Relationship Id="rId4" Type="http://schemas.openxmlformats.org/officeDocument/2006/relationships/customXml" Target="../ink/ink43.xml"/><Relationship Id="rId9" Type="http://schemas.openxmlformats.org/officeDocument/2006/relationships/image" Target="../media/image480.png"/><Relationship Id="rId14" Type="http://schemas.openxmlformats.org/officeDocument/2006/relationships/customXml" Target="../ink/ink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0.png"/><Relationship Id="rId4" Type="http://schemas.openxmlformats.org/officeDocument/2006/relationships/customXml" Target="../ink/ink51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7.xml"/><Relationship Id="rId18" Type="http://schemas.openxmlformats.org/officeDocument/2006/relationships/image" Target="../media/image69.png"/><Relationship Id="rId26" Type="http://schemas.openxmlformats.org/officeDocument/2006/relationships/image" Target="../media/image73.png"/><Relationship Id="rId3" Type="http://schemas.openxmlformats.org/officeDocument/2006/relationships/customXml" Target="../ink/ink52.xml"/><Relationship Id="rId21" Type="http://schemas.openxmlformats.org/officeDocument/2006/relationships/customXml" Target="../ink/ink61.xml"/><Relationship Id="rId34" Type="http://schemas.openxmlformats.org/officeDocument/2006/relationships/image" Target="../media/image77.png"/><Relationship Id="rId7" Type="http://schemas.openxmlformats.org/officeDocument/2006/relationships/customXml" Target="../ink/ink54.xml"/><Relationship Id="rId12" Type="http://schemas.openxmlformats.org/officeDocument/2006/relationships/image" Target="../media/image66.png"/><Relationship Id="rId17" Type="http://schemas.openxmlformats.org/officeDocument/2006/relationships/customXml" Target="../ink/ink59.xml"/><Relationship Id="rId25" Type="http://schemas.openxmlformats.org/officeDocument/2006/relationships/customXml" Target="../ink/ink63.xml"/><Relationship Id="rId33" Type="http://schemas.openxmlformats.org/officeDocument/2006/relationships/customXml" Target="../ink/ink67.xml"/><Relationship Id="rId2" Type="http://schemas.openxmlformats.org/officeDocument/2006/relationships/image" Target="../media/image61.png"/><Relationship Id="rId16" Type="http://schemas.openxmlformats.org/officeDocument/2006/relationships/image" Target="../media/image68.png"/><Relationship Id="rId20" Type="http://schemas.openxmlformats.org/officeDocument/2006/relationships/image" Target="../media/image70.png"/><Relationship Id="rId29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customXml" Target="../ink/ink56.xml"/><Relationship Id="rId24" Type="http://schemas.openxmlformats.org/officeDocument/2006/relationships/image" Target="../media/image72.png"/><Relationship Id="rId32" Type="http://schemas.openxmlformats.org/officeDocument/2006/relationships/image" Target="../media/image76.png"/><Relationship Id="rId5" Type="http://schemas.openxmlformats.org/officeDocument/2006/relationships/customXml" Target="../ink/ink53.xml"/><Relationship Id="rId15" Type="http://schemas.openxmlformats.org/officeDocument/2006/relationships/customXml" Target="../ink/ink58.xml"/><Relationship Id="rId23" Type="http://schemas.openxmlformats.org/officeDocument/2006/relationships/customXml" Target="../ink/ink62.xml"/><Relationship Id="rId28" Type="http://schemas.openxmlformats.org/officeDocument/2006/relationships/image" Target="../media/image74.png"/><Relationship Id="rId10" Type="http://schemas.openxmlformats.org/officeDocument/2006/relationships/image" Target="../media/image65.png"/><Relationship Id="rId19" Type="http://schemas.openxmlformats.org/officeDocument/2006/relationships/customXml" Target="../ink/ink60.xml"/><Relationship Id="rId31" Type="http://schemas.openxmlformats.org/officeDocument/2006/relationships/customXml" Target="../ink/ink66.xml"/><Relationship Id="rId4" Type="http://schemas.openxmlformats.org/officeDocument/2006/relationships/image" Target="../media/image62.png"/><Relationship Id="rId9" Type="http://schemas.openxmlformats.org/officeDocument/2006/relationships/customXml" Target="../ink/ink55.xml"/><Relationship Id="rId14" Type="http://schemas.openxmlformats.org/officeDocument/2006/relationships/image" Target="../media/image67.png"/><Relationship Id="rId22" Type="http://schemas.openxmlformats.org/officeDocument/2006/relationships/image" Target="../media/image71.png"/><Relationship Id="rId27" Type="http://schemas.openxmlformats.org/officeDocument/2006/relationships/customXml" Target="../ink/ink64.xml"/><Relationship Id="rId30" Type="http://schemas.openxmlformats.org/officeDocument/2006/relationships/image" Target="../media/image75.png"/><Relationship Id="rId35" Type="http://schemas.openxmlformats.org/officeDocument/2006/relationships/image" Target="../media/image78.png"/><Relationship Id="rId8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customXml" Target="../ink/ink73.xml"/><Relationship Id="rId18" Type="http://schemas.openxmlformats.org/officeDocument/2006/relationships/image" Target="../media/image81.png"/><Relationship Id="rId3" Type="http://schemas.openxmlformats.org/officeDocument/2006/relationships/customXml" Target="../ink/ink68.xml"/><Relationship Id="rId7" Type="http://schemas.openxmlformats.org/officeDocument/2006/relationships/customXml" Target="../ink/ink70.xml"/><Relationship Id="rId12" Type="http://schemas.openxmlformats.org/officeDocument/2006/relationships/image" Target="../media/image730.png"/><Relationship Id="rId17" Type="http://schemas.openxmlformats.org/officeDocument/2006/relationships/customXml" Target="../ink/ink75.xml"/><Relationship Id="rId2" Type="http://schemas.openxmlformats.org/officeDocument/2006/relationships/image" Target="../media/image79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11" Type="http://schemas.openxmlformats.org/officeDocument/2006/relationships/customXml" Target="../ink/ink72.xml"/><Relationship Id="rId5" Type="http://schemas.openxmlformats.org/officeDocument/2006/relationships/customXml" Target="../ink/ink69.xml"/><Relationship Id="rId15" Type="http://schemas.openxmlformats.org/officeDocument/2006/relationships/customXml" Target="../ink/ink74.xml"/><Relationship Id="rId10" Type="http://schemas.openxmlformats.org/officeDocument/2006/relationships/image" Target="../media/image720.png"/><Relationship Id="rId4" Type="http://schemas.openxmlformats.org/officeDocument/2006/relationships/image" Target="../media/image690.png"/><Relationship Id="rId9" Type="http://schemas.openxmlformats.org/officeDocument/2006/relationships/customXml" Target="../ink/ink71.xml"/><Relationship Id="rId14" Type="http://schemas.openxmlformats.org/officeDocument/2006/relationships/image" Target="../media/image7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2.png"/><Relationship Id="rId3" Type="http://schemas.openxmlformats.org/officeDocument/2006/relationships/customXml" Target="../ink/ink76.xml"/><Relationship Id="rId7" Type="http://schemas.openxmlformats.org/officeDocument/2006/relationships/customXml" Target="../ink/ink78.xml"/><Relationship Id="rId12" Type="http://schemas.openxmlformats.org/officeDocument/2006/relationships/image" Target="../media/image91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0.png"/><Relationship Id="rId5" Type="http://schemas.openxmlformats.org/officeDocument/2006/relationships/customXml" Target="../ink/ink77.xml"/><Relationship Id="rId10" Type="http://schemas.openxmlformats.org/officeDocument/2006/relationships/image" Target="../media/image89.png"/><Relationship Id="rId4" Type="http://schemas.openxmlformats.org/officeDocument/2006/relationships/image" Target="../media/image86.png"/><Relationship Id="rId9" Type="http://schemas.openxmlformats.org/officeDocument/2006/relationships/customXml" Target="../ink/ink7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.xml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0.png"/><Relationship Id="rId5" Type="http://schemas.openxmlformats.org/officeDocument/2006/relationships/image" Target="../media/image96.png"/><Relationship Id="rId10" Type="http://schemas.openxmlformats.org/officeDocument/2006/relationships/customXml" Target="../ink/ink81.xml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7.xml"/><Relationship Id="rId18" Type="http://schemas.openxmlformats.org/officeDocument/2006/relationships/image" Target="../media/image109.png"/><Relationship Id="rId26" Type="http://schemas.openxmlformats.org/officeDocument/2006/relationships/image" Target="../media/image113.png"/><Relationship Id="rId39" Type="http://schemas.openxmlformats.org/officeDocument/2006/relationships/image" Target="../media/image120.png"/><Relationship Id="rId21" Type="http://schemas.openxmlformats.org/officeDocument/2006/relationships/customXml" Target="../ink/ink91.xml"/><Relationship Id="rId34" Type="http://schemas.openxmlformats.org/officeDocument/2006/relationships/customXml" Target="../ink/ink97.xml"/><Relationship Id="rId42" Type="http://schemas.openxmlformats.org/officeDocument/2006/relationships/customXml" Target="../ink/ink101.xml"/><Relationship Id="rId47" Type="http://schemas.openxmlformats.org/officeDocument/2006/relationships/image" Target="../media/image124.png"/><Relationship Id="rId7" Type="http://schemas.openxmlformats.org/officeDocument/2006/relationships/customXml" Target="../ink/ink84.xml"/><Relationship Id="rId2" Type="http://schemas.openxmlformats.org/officeDocument/2006/relationships/image" Target="../media/image101.png"/><Relationship Id="rId16" Type="http://schemas.openxmlformats.org/officeDocument/2006/relationships/image" Target="../media/image108.png"/><Relationship Id="rId29" Type="http://schemas.openxmlformats.org/officeDocument/2006/relationships/image" Target="../media/image115.png"/><Relationship Id="rId11" Type="http://schemas.openxmlformats.org/officeDocument/2006/relationships/customXml" Target="../ink/ink86.xml"/><Relationship Id="rId24" Type="http://schemas.openxmlformats.org/officeDocument/2006/relationships/image" Target="../media/image112.png"/><Relationship Id="rId32" Type="http://schemas.openxmlformats.org/officeDocument/2006/relationships/customXml" Target="../ink/ink96.xml"/><Relationship Id="rId37" Type="http://schemas.openxmlformats.org/officeDocument/2006/relationships/image" Target="../media/image119.png"/><Relationship Id="rId40" Type="http://schemas.openxmlformats.org/officeDocument/2006/relationships/customXml" Target="../ink/ink100.xml"/><Relationship Id="rId45" Type="http://schemas.openxmlformats.org/officeDocument/2006/relationships/image" Target="../media/image123.png"/><Relationship Id="rId5" Type="http://schemas.openxmlformats.org/officeDocument/2006/relationships/customXml" Target="../ink/ink83.xml"/><Relationship Id="rId15" Type="http://schemas.openxmlformats.org/officeDocument/2006/relationships/customXml" Target="../ink/ink88.xml"/><Relationship Id="rId23" Type="http://schemas.openxmlformats.org/officeDocument/2006/relationships/customXml" Target="../ink/ink92.xml"/><Relationship Id="rId28" Type="http://schemas.openxmlformats.org/officeDocument/2006/relationships/customXml" Target="../ink/ink94.xml"/><Relationship Id="rId36" Type="http://schemas.openxmlformats.org/officeDocument/2006/relationships/customXml" Target="../ink/ink98.xml"/><Relationship Id="rId49" Type="http://schemas.openxmlformats.org/officeDocument/2006/relationships/image" Target="../media/image125.png"/><Relationship Id="rId10" Type="http://schemas.openxmlformats.org/officeDocument/2006/relationships/image" Target="../media/image105.png"/><Relationship Id="rId19" Type="http://schemas.openxmlformats.org/officeDocument/2006/relationships/customXml" Target="../ink/ink90.xml"/><Relationship Id="rId31" Type="http://schemas.openxmlformats.org/officeDocument/2006/relationships/image" Target="../media/image116.png"/><Relationship Id="rId44" Type="http://schemas.openxmlformats.org/officeDocument/2006/relationships/customXml" Target="../ink/ink102.xml"/><Relationship Id="rId4" Type="http://schemas.openxmlformats.org/officeDocument/2006/relationships/image" Target="../media/image102.png"/><Relationship Id="rId9" Type="http://schemas.openxmlformats.org/officeDocument/2006/relationships/customXml" Target="../ink/ink85.xml"/><Relationship Id="rId14" Type="http://schemas.openxmlformats.org/officeDocument/2006/relationships/image" Target="../media/image107.png"/><Relationship Id="rId22" Type="http://schemas.openxmlformats.org/officeDocument/2006/relationships/image" Target="../media/image111.png"/><Relationship Id="rId27" Type="http://schemas.openxmlformats.org/officeDocument/2006/relationships/image" Target="../media/image114.png"/><Relationship Id="rId30" Type="http://schemas.openxmlformats.org/officeDocument/2006/relationships/customXml" Target="../ink/ink95.xml"/><Relationship Id="rId35" Type="http://schemas.openxmlformats.org/officeDocument/2006/relationships/image" Target="../media/image118.png"/><Relationship Id="rId43" Type="http://schemas.openxmlformats.org/officeDocument/2006/relationships/image" Target="../media/image122.png"/><Relationship Id="rId48" Type="http://schemas.openxmlformats.org/officeDocument/2006/relationships/customXml" Target="../ink/ink104.xml"/><Relationship Id="rId8" Type="http://schemas.openxmlformats.org/officeDocument/2006/relationships/image" Target="../media/image104.png"/><Relationship Id="rId3" Type="http://schemas.openxmlformats.org/officeDocument/2006/relationships/customXml" Target="../ink/ink82.xml"/><Relationship Id="rId12" Type="http://schemas.openxmlformats.org/officeDocument/2006/relationships/image" Target="../media/image106.png"/><Relationship Id="rId17" Type="http://schemas.openxmlformats.org/officeDocument/2006/relationships/customXml" Target="../ink/ink89.xml"/><Relationship Id="rId25" Type="http://schemas.openxmlformats.org/officeDocument/2006/relationships/customXml" Target="../ink/ink93.xml"/><Relationship Id="rId33" Type="http://schemas.openxmlformats.org/officeDocument/2006/relationships/image" Target="../media/image117.png"/><Relationship Id="rId38" Type="http://schemas.openxmlformats.org/officeDocument/2006/relationships/customXml" Target="../ink/ink99.xml"/><Relationship Id="rId46" Type="http://schemas.openxmlformats.org/officeDocument/2006/relationships/customXml" Target="../ink/ink103.xml"/><Relationship Id="rId20" Type="http://schemas.openxmlformats.org/officeDocument/2006/relationships/image" Target="../media/image110.png"/><Relationship Id="rId41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E2C2B7-9FA3-4336-26B9-3E3901637525}"/>
              </a:ext>
            </a:extLst>
          </p:cNvPr>
          <p:cNvGrpSpPr/>
          <p:nvPr/>
        </p:nvGrpSpPr>
        <p:grpSpPr>
          <a:xfrm>
            <a:off x="0" y="152296"/>
            <a:ext cx="12192000" cy="6553408"/>
            <a:chOff x="0" y="152296"/>
            <a:chExt cx="12192000" cy="65534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C0E403-EB2F-C725-6C38-E55246C96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52296"/>
              <a:ext cx="12192000" cy="6553408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B898D25-23BA-6D3B-921C-7EC92D4425E9}"/>
                    </a:ext>
                  </a:extLst>
                </p14:cNvPr>
                <p14:cNvContentPartPr/>
                <p14:nvPr/>
              </p14:nvContentPartPr>
              <p14:xfrm>
                <a:off x="4223303" y="515154"/>
                <a:ext cx="879120" cy="22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B898D25-23BA-6D3B-921C-7EC92D4425E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69303" y="407154"/>
                  <a:ext cx="986760" cy="2379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F360872-07FD-E674-ED53-EE2DB11CEE61}"/>
                </a:ext>
              </a:extLst>
            </p:cNvPr>
            <p:cNvSpPr/>
            <p:nvPr/>
          </p:nvSpPr>
          <p:spPr>
            <a:xfrm rot="8747519">
              <a:off x="3142342" y="1959427"/>
              <a:ext cx="326572" cy="26851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761B4D-57A8-CEC4-1674-A4CDF0779967}"/>
                </a:ext>
              </a:extLst>
            </p:cNvPr>
            <p:cNvSpPr txBox="1"/>
            <p:nvPr/>
          </p:nvSpPr>
          <p:spPr>
            <a:xfrm>
              <a:off x="3516145" y="1309467"/>
              <a:ext cx="54718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Click on it for Creating a “</a:t>
              </a:r>
              <a:r>
                <a:rPr lang="en-US" dirty="0">
                  <a:highlight>
                    <a:srgbClr val="FFFF00"/>
                  </a:highlight>
                </a:rPr>
                <a:t>Collection</a:t>
              </a:r>
              <a:r>
                <a:rPr lang="en-US" dirty="0"/>
                <a:t>” that you could “</a:t>
              </a:r>
              <a:r>
                <a:rPr lang="en-US" dirty="0">
                  <a:highlight>
                    <a:srgbClr val="FFFF00"/>
                  </a:highlight>
                </a:rPr>
                <a:t>Name</a:t>
              </a:r>
              <a:r>
                <a:rPr lang="en-US" dirty="0"/>
                <a:t>” 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801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FB9BEA7-FE28-B18E-4A7C-337F8D2A54FE}"/>
              </a:ext>
            </a:extLst>
          </p:cNvPr>
          <p:cNvGrpSpPr/>
          <p:nvPr/>
        </p:nvGrpSpPr>
        <p:grpSpPr>
          <a:xfrm>
            <a:off x="0" y="0"/>
            <a:ext cx="12293600" cy="3628108"/>
            <a:chOff x="0" y="0"/>
            <a:chExt cx="12293600" cy="36281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ACC2DE-CE8D-59BF-493F-D310EF7B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3628108"/>
            </a:xfrm>
            <a:prstGeom prst="rect">
              <a:avLst/>
            </a:prstGeom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8FD3A446-56C4-6E85-6FEC-D946D1D99040}"/>
                </a:ext>
              </a:extLst>
            </p:cNvPr>
            <p:cNvSpPr/>
            <p:nvPr/>
          </p:nvSpPr>
          <p:spPr>
            <a:xfrm rot="5400000">
              <a:off x="11205298" y="1658417"/>
              <a:ext cx="326572" cy="26851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F329E8-DDD7-414D-65A5-F0CECDF2A0F3}"/>
                </a:ext>
              </a:extLst>
            </p:cNvPr>
            <p:cNvSpPr txBox="1"/>
            <p:nvPr/>
          </p:nvSpPr>
          <p:spPr>
            <a:xfrm>
              <a:off x="8903423" y="1444722"/>
              <a:ext cx="3390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Click on it for “</a:t>
              </a:r>
              <a:r>
                <a:rPr lang="en-US" dirty="0">
                  <a:highlight>
                    <a:srgbClr val="FFFF00"/>
                  </a:highlight>
                </a:rPr>
                <a:t>Adding Products</a:t>
              </a:r>
              <a:r>
                <a:rPr lang="en-US" dirty="0"/>
                <a:t>”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C096909-3AF3-6E67-47A2-2E99A1258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35" y="3780971"/>
            <a:ext cx="3131150" cy="28335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C6A72E-E98F-DBAB-15EC-A8030721E328}"/>
              </a:ext>
            </a:extLst>
          </p:cNvPr>
          <p:cNvSpPr txBox="1"/>
          <p:nvPr/>
        </p:nvSpPr>
        <p:spPr>
          <a:xfrm>
            <a:off x="5652994" y="4172857"/>
            <a:ext cx="1019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Such as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Test1</a:t>
            </a:r>
          </a:p>
        </p:txBody>
      </p:sp>
    </p:spTree>
    <p:extLst>
      <p:ext uri="{BB962C8B-B14F-4D97-AF65-F5344CB8AC3E}">
        <p14:creationId xmlns:p14="http://schemas.microsoft.com/office/powerpoint/2010/main" val="413977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50DCB-D447-9FAE-9C9F-BFF99488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DD4AFB-3130-B152-E351-F200099AD2AA}"/>
              </a:ext>
            </a:extLst>
          </p:cNvPr>
          <p:cNvGrpSpPr/>
          <p:nvPr/>
        </p:nvGrpSpPr>
        <p:grpSpPr>
          <a:xfrm>
            <a:off x="86524" y="46949"/>
            <a:ext cx="12415452" cy="6742205"/>
            <a:chOff x="86524" y="46949"/>
            <a:chExt cx="12415452" cy="674220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48D795-B330-0B48-BECC-7A8ECDEB8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524" y="216206"/>
              <a:ext cx="6132847" cy="480168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5F71523-23A5-0EA0-F153-A6903CE8059F}"/>
                </a:ext>
              </a:extLst>
            </p:cNvPr>
            <p:cNvSpPr txBox="1"/>
            <p:nvPr/>
          </p:nvSpPr>
          <p:spPr>
            <a:xfrm>
              <a:off x="391886" y="1306677"/>
              <a:ext cx="29318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Ex: </a:t>
              </a:r>
              <a:r>
                <a:rPr lang="en-US" sz="1600" dirty="0">
                  <a:solidFill>
                    <a:srgbClr val="FF0000"/>
                  </a:solidFill>
                </a:rPr>
                <a:t>S/S STRATO BREATHE TEE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4ADFAD-476D-E793-E0E8-319B4C9CA000}"/>
                </a:ext>
              </a:extLst>
            </p:cNvPr>
            <p:cNvSpPr txBox="1"/>
            <p:nvPr/>
          </p:nvSpPr>
          <p:spPr>
            <a:xfrm>
              <a:off x="4655457" y="1594432"/>
              <a:ext cx="10849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VUORI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55ABBFC-43A2-C3F0-3E24-A3CF05357533}"/>
                </a:ext>
              </a:extLst>
            </p:cNvPr>
            <p:cNvCxnSpPr/>
            <p:nvPr/>
          </p:nvCxnSpPr>
          <p:spPr>
            <a:xfrm flipH="1">
              <a:off x="1596572" y="1594432"/>
              <a:ext cx="261257" cy="1692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0655A28-4309-A63B-149F-76039FCB07E1}"/>
                </a:ext>
              </a:extLst>
            </p:cNvPr>
            <p:cNvGrpSpPr/>
            <p:nvPr/>
          </p:nvGrpSpPr>
          <p:grpSpPr>
            <a:xfrm>
              <a:off x="6524733" y="100611"/>
              <a:ext cx="3016329" cy="2860304"/>
              <a:chOff x="7336971" y="2502725"/>
              <a:chExt cx="3016329" cy="286030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EB16DDE-62E3-EA01-9D9D-E9BBC99778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265" b="10275"/>
              <a:stretch>
                <a:fillRect/>
              </a:stretch>
            </p:blipFill>
            <p:spPr>
              <a:xfrm>
                <a:off x="7336971" y="2502725"/>
                <a:ext cx="3016329" cy="2860304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5BE039-3CFA-3190-12CE-A0A5C8FCA5AF}"/>
                  </a:ext>
                </a:extLst>
              </p:cNvPr>
              <p:cNvSpPr/>
              <p:nvPr/>
            </p:nvSpPr>
            <p:spPr>
              <a:xfrm>
                <a:off x="7416800" y="3686629"/>
                <a:ext cx="812800" cy="3338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8133D29-2F29-42B0-CFE5-2C0B40617784}"/>
                  </a:ext>
                </a:extLst>
              </p:cNvPr>
              <p:cNvCxnSpPr/>
              <p:nvPr/>
            </p:nvCxnSpPr>
            <p:spPr>
              <a:xfrm flipH="1">
                <a:off x="8215086" y="3621314"/>
                <a:ext cx="181428" cy="13788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2647B1-57BA-3F88-4899-1CA4ADD0F7E2}"/>
                </a:ext>
              </a:extLst>
            </p:cNvPr>
            <p:cNvSpPr txBox="1"/>
            <p:nvPr/>
          </p:nvSpPr>
          <p:spPr>
            <a:xfrm>
              <a:off x="1567543" y="222074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Model #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A0CE1D-F456-C186-8853-FE11B3C8BA2C}"/>
                </a:ext>
              </a:extLst>
            </p:cNvPr>
            <p:cNvSpPr txBox="1"/>
            <p:nvPr/>
          </p:nvSpPr>
          <p:spPr>
            <a:xfrm>
              <a:off x="9541062" y="46949"/>
              <a:ext cx="29609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the dropdown list, select “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Model #</a:t>
              </a:r>
              <a:r>
                <a:rPr lang="en-US" dirty="0"/>
                <a:t>”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26FEB04-DE50-7EF0-2CF7-EFBE75365C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45120" y="230720"/>
              <a:ext cx="256080" cy="1539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D668511-9EE8-E1BA-A601-C4DAB66B1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5462" y="2206227"/>
              <a:ext cx="256080" cy="1539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F661724-041B-2036-223C-A412B7D32954}"/>
                </a:ext>
              </a:extLst>
            </p:cNvPr>
            <p:cNvSpPr txBox="1"/>
            <p:nvPr/>
          </p:nvSpPr>
          <p:spPr>
            <a:xfrm>
              <a:off x="4274458" y="2236130"/>
              <a:ext cx="29318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V1150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8AE270AF-D2B5-9003-9F8D-3A7BA1A04636}"/>
                </a:ext>
              </a:extLst>
            </p:cNvPr>
            <p:cNvSpPr/>
            <p:nvPr/>
          </p:nvSpPr>
          <p:spPr>
            <a:xfrm rot="10800000">
              <a:off x="5867680" y="3941358"/>
              <a:ext cx="326572" cy="26851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81AFCEC-1974-C67A-1EE8-1365E433B983}"/>
                    </a:ext>
                  </a:extLst>
                </p14:cNvPr>
                <p14:cNvContentPartPr/>
                <p14:nvPr/>
              </p14:nvContentPartPr>
              <p14:xfrm>
                <a:off x="419903" y="4034514"/>
                <a:ext cx="1169280" cy="82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81AFCEC-1974-C67A-1EE8-1365E433B9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5903" y="3926514"/>
                  <a:ext cx="1276920" cy="29844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A25A13A-4C89-B27C-5A17-C2964656A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25979" y="3026230"/>
              <a:ext cx="4061118" cy="376292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B6D11EF-C1FF-31EC-5784-19FD46AD8043}"/>
                    </a:ext>
                  </a:extLst>
                </p14:cNvPr>
                <p14:cNvContentPartPr/>
                <p14:nvPr/>
              </p14:nvContentPartPr>
              <p14:xfrm>
                <a:off x="6582023" y="3548514"/>
                <a:ext cx="660600" cy="7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B6D11EF-C1FF-31EC-5784-19FD46AD80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28023" y="3440514"/>
                  <a:ext cx="768240" cy="222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9D947F-54CC-D590-DF2A-410691F4F307}"/>
                </a:ext>
              </a:extLst>
            </p:cNvPr>
            <p:cNvSpPr txBox="1"/>
            <p:nvPr/>
          </p:nvSpPr>
          <p:spPr>
            <a:xfrm>
              <a:off x="7848600" y="4593772"/>
              <a:ext cx="4279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Click on this for “</a:t>
              </a:r>
              <a:r>
                <a:rPr lang="en-US" dirty="0">
                  <a:highlight>
                    <a:srgbClr val="FFFF00"/>
                  </a:highlight>
                </a:rPr>
                <a:t>Adding New Trade Party</a:t>
              </a:r>
              <a:r>
                <a:rPr lang="en-US" dirty="0"/>
                <a:t>”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8141E80-00E2-B41A-EDA4-9F040D3113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8486" y="4778438"/>
              <a:ext cx="3701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5398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5CB8-C705-00DF-0DBA-3C57FCBA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861459-0E91-2703-45D7-51DAA52700FF}"/>
              </a:ext>
            </a:extLst>
          </p:cNvPr>
          <p:cNvGrpSpPr/>
          <p:nvPr/>
        </p:nvGrpSpPr>
        <p:grpSpPr>
          <a:xfrm>
            <a:off x="145896" y="122315"/>
            <a:ext cx="11884174" cy="6605056"/>
            <a:chOff x="145896" y="122315"/>
            <a:chExt cx="11884174" cy="660505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8316829-57ED-111C-717C-BD5BE845CF55}"/>
                </a:ext>
              </a:extLst>
            </p:cNvPr>
            <p:cNvGrpSpPr/>
            <p:nvPr/>
          </p:nvGrpSpPr>
          <p:grpSpPr>
            <a:xfrm>
              <a:off x="145896" y="130628"/>
              <a:ext cx="5667075" cy="6596743"/>
              <a:chOff x="145896" y="130628"/>
              <a:chExt cx="5667075" cy="659674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D01C09D-4E2E-8C25-E3FF-237D9557AC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5896" y="130628"/>
                <a:ext cx="5667075" cy="659674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2988A8B8-F820-3B7E-4620-F3727DC92024}"/>
                      </a:ext>
                    </a:extLst>
                  </p14:cNvPr>
                  <p14:cNvContentPartPr/>
                  <p14:nvPr/>
                </p14:nvContentPartPr>
                <p14:xfrm>
                  <a:off x="2373623" y="260634"/>
                  <a:ext cx="1334880" cy="2268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2988A8B8-F820-3B7E-4620-F3727DC92024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319983" y="152634"/>
                    <a:ext cx="1442520" cy="2383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C0BFC4CE-068E-9E8F-4FBD-8620DEA619CA}"/>
                  </a:ext>
                </a:extLst>
              </p:cNvPr>
              <p:cNvSpPr/>
              <p:nvPr/>
            </p:nvSpPr>
            <p:spPr>
              <a:xfrm rot="10800000">
                <a:off x="1491623" y="6365244"/>
                <a:ext cx="326572" cy="26851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8AE5F7-95A6-252B-09C8-642833EF7B43}"/>
                  </a:ext>
                </a:extLst>
              </p:cNvPr>
              <p:cNvSpPr txBox="1"/>
              <p:nvPr/>
            </p:nvSpPr>
            <p:spPr>
              <a:xfrm>
                <a:off x="2211428" y="444075"/>
                <a:ext cx="3379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Fill out these* = Mandatory Info. 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6B5941-8A02-DEC4-5927-2B13E0D188E4}"/>
                  </a:ext>
                </a:extLst>
              </p:cNvPr>
              <p:cNvSpPr/>
              <p:nvPr/>
            </p:nvSpPr>
            <p:spPr>
              <a:xfrm>
                <a:off x="439336" y="1349829"/>
                <a:ext cx="1378859" cy="26851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99EDC8A3-EDEB-42D2-B169-294D304FFE17}"/>
                      </a:ext>
                    </a:extLst>
                  </p14:cNvPr>
                  <p14:cNvContentPartPr/>
                  <p14:nvPr/>
                </p14:nvContentPartPr>
                <p14:xfrm>
                  <a:off x="1206143" y="1247754"/>
                  <a:ext cx="13320" cy="36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99EDC8A3-EDEB-42D2-B169-294D304FFE17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52143" y="1140114"/>
                    <a:ext cx="12096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54B2AEEA-A53A-E3B4-83D4-0B2FC1A885A1}"/>
                      </a:ext>
                    </a:extLst>
                  </p14:cNvPr>
                  <p14:cNvContentPartPr/>
                  <p14:nvPr/>
                </p14:nvContentPartPr>
                <p14:xfrm>
                  <a:off x="959903" y="2525394"/>
                  <a:ext cx="20160" cy="36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54B2AEEA-A53A-E3B4-83D4-0B2FC1A885A1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05903" y="2417394"/>
                    <a:ext cx="12780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F0A24F43-FB39-2326-378B-081DFFD1A3CE}"/>
                      </a:ext>
                    </a:extLst>
                  </p14:cNvPr>
                  <p14:cNvContentPartPr/>
                  <p14:nvPr/>
                </p14:nvContentPartPr>
                <p14:xfrm>
                  <a:off x="1029383" y="3152154"/>
                  <a:ext cx="37440" cy="1224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F0A24F43-FB39-2326-378B-081DFFD1A3CE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75383" y="3044154"/>
                    <a:ext cx="145080" cy="227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B2B4CAAD-1E32-F59F-C3BF-ACF4BF911A46}"/>
                      </a:ext>
                    </a:extLst>
                  </p14:cNvPr>
                  <p14:cNvContentPartPr/>
                  <p14:nvPr/>
                </p14:nvContentPartPr>
                <p14:xfrm>
                  <a:off x="792863" y="4376514"/>
                  <a:ext cx="34200" cy="684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B2B4CAAD-1E32-F59F-C3BF-ACF4BF911A46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39223" y="4268874"/>
                    <a:ext cx="141840" cy="222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54B6DB70-390B-DAB0-86CD-9D36636E6251}"/>
                      </a:ext>
                    </a:extLst>
                  </p14:cNvPr>
                  <p14:cNvContentPartPr/>
                  <p14:nvPr/>
                </p14:nvContentPartPr>
                <p14:xfrm>
                  <a:off x="647423" y="5014074"/>
                  <a:ext cx="42120" cy="1548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54B6DB70-390B-DAB0-86CD-9D36636E6251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593783" y="4906074"/>
                    <a:ext cx="149760" cy="231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B2D7D740-5324-730B-1565-A2EBC9F48DA6}"/>
                      </a:ext>
                    </a:extLst>
                  </p14:cNvPr>
                  <p14:cNvContentPartPr/>
                  <p14:nvPr/>
                </p14:nvContentPartPr>
                <p14:xfrm>
                  <a:off x="724463" y="5684754"/>
                  <a:ext cx="37800" cy="504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B2D7D740-5324-730B-1565-A2EBC9F48DA6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70463" y="5577114"/>
                    <a:ext cx="145440" cy="220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5146BB67-1318-AE9B-FB84-34269A23E6F9}"/>
                      </a:ext>
                    </a:extLst>
                  </p14:cNvPr>
                  <p14:cNvContentPartPr/>
                  <p14:nvPr/>
                </p14:nvContentPartPr>
                <p14:xfrm>
                  <a:off x="3505823" y="5654874"/>
                  <a:ext cx="21600" cy="612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5146BB67-1318-AE9B-FB84-34269A23E6F9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3451823" y="5546874"/>
                    <a:ext cx="129240" cy="22176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3875C9A-E55E-9376-DC15-092D11176B11}"/>
                  </a:ext>
                </a:extLst>
              </p:cNvPr>
              <p:cNvSpPr/>
              <p:nvPr/>
            </p:nvSpPr>
            <p:spPr>
              <a:xfrm>
                <a:off x="439335" y="2626831"/>
                <a:ext cx="1378859" cy="26851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19394F4-B642-77E4-EA46-B86654C7AD1A}"/>
                  </a:ext>
                </a:extLst>
              </p:cNvPr>
              <p:cNvSpPr/>
              <p:nvPr/>
            </p:nvSpPr>
            <p:spPr>
              <a:xfrm>
                <a:off x="439334" y="3240405"/>
                <a:ext cx="2383695" cy="21379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EB0AD39-7DF6-4289-AE21-AAF7CA95A5EC}"/>
                  </a:ext>
                </a:extLst>
              </p:cNvPr>
              <p:cNvSpPr/>
              <p:nvPr/>
            </p:nvSpPr>
            <p:spPr>
              <a:xfrm>
                <a:off x="339953" y="4487795"/>
                <a:ext cx="1378859" cy="26851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23D8FD2-A456-8F80-5AC6-BEB4121A72D9}"/>
                  </a:ext>
                </a:extLst>
              </p:cNvPr>
              <p:cNvSpPr/>
              <p:nvPr/>
            </p:nvSpPr>
            <p:spPr>
              <a:xfrm>
                <a:off x="439335" y="5123034"/>
                <a:ext cx="1378859" cy="26851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B61D550-0F3F-214B-B4A7-5BA26523172A}"/>
                  </a:ext>
                </a:extLst>
              </p:cNvPr>
              <p:cNvSpPr/>
              <p:nvPr/>
            </p:nvSpPr>
            <p:spPr>
              <a:xfrm>
                <a:off x="339953" y="5776079"/>
                <a:ext cx="1378859" cy="26851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7FFF2F7-8C09-9519-D36E-99838808814B}"/>
                  </a:ext>
                </a:extLst>
              </p:cNvPr>
              <p:cNvSpPr/>
              <p:nvPr/>
            </p:nvSpPr>
            <p:spPr>
              <a:xfrm>
                <a:off x="3211564" y="5776079"/>
                <a:ext cx="1378859" cy="26851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2525E-FFBB-B008-5FD1-F3C9A76EFD6E}"/>
                  </a:ext>
                </a:extLst>
              </p:cNvPr>
              <p:cNvSpPr txBox="1"/>
              <p:nvPr/>
            </p:nvSpPr>
            <p:spPr>
              <a:xfrm>
                <a:off x="1818194" y="6319976"/>
                <a:ext cx="17113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Click on </a:t>
                </a:r>
                <a:r>
                  <a:rPr lang="en-US" dirty="0">
                    <a:highlight>
                      <a:srgbClr val="FFFF00"/>
                    </a:highlight>
                  </a:rPr>
                  <a:t>“Save”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7B98B25-AD77-E138-E5EC-28542DBE2840}"/>
                  </a:ext>
                </a:extLst>
              </p:cNvPr>
              <p:cNvSpPr/>
              <p:nvPr/>
            </p:nvSpPr>
            <p:spPr>
              <a:xfrm>
                <a:off x="3211564" y="4487795"/>
                <a:ext cx="743750" cy="2562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E5B1330-3126-FB09-0F5B-388D3CFC5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936230" y="122315"/>
              <a:ext cx="6093840" cy="5653763"/>
            </a:xfrm>
            <a:prstGeom prst="rect">
              <a:avLst/>
            </a:prstGeom>
          </p:spPr>
        </p:pic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542CE243-ED42-32D9-7F68-ED38263AFADD}"/>
                </a:ext>
              </a:extLst>
            </p:cNvPr>
            <p:cNvSpPr/>
            <p:nvPr/>
          </p:nvSpPr>
          <p:spPr>
            <a:xfrm rot="16200000">
              <a:off x="11554504" y="5749462"/>
              <a:ext cx="326572" cy="26851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E3C40C2-146F-30EB-C8B5-6342601BC81C}"/>
                </a:ext>
              </a:extLst>
            </p:cNvPr>
            <p:cNvSpPr txBox="1"/>
            <p:nvPr/>
          </p:nvSpPr>
          <p:spPr>
            <a:xfrm>
              <a:off x="7354031" y="2156062"/>
              <a:ext cx="4363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The Manufacturer name will be on your list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BF70963-3857-6554-EF60-9FCAB0FB99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40430" y="2438400"/>
              <a:ext cx="585227" cy="12824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2432703-64A1-2F4E-A16B-60074F846B44}"/>
                </a:ext>
              </a:extLst>
            </p:cNvPr>
            <p:cNvSpPr/>
            <p:nvPr/>
          </p:nvSpPr>
          <p:spPr>
            <a:xfrm>
              <a:off x="6251000" y="2587723"/>
              <a:ext cx="5466790" cy="12824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C450F35-2A71-9CDC-295B-244AE9206242}"/>
                </a:ext>
              </a:extLst>
            </p:cNvPr>
            <p:cNvSpPr txBox="1"/>
            <p:nvPr/>
          </p:nvSpPr>
          <p:spPr>
            <a:xfrm>
              <a:off x="7152940" y="3084867"/>
              <a:ext cx="4699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Please mind the format – must be 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month/year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58B1F8F-894C-A883-9EB1-9B6655EC96D2}"/>
                </a:ext>
              </a:extLst>
            </p:cNvPr>
            <p:cNvCxnSpPr/>
            <p:nvPr/>
          </p:nvCxnSpPr>
          <p:spPr>
            <a:xfrm flipH="1">
              <a:off x="6913454" y="3269533"/>
              <a:ext cx="22497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433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CE5E-A9FA-9CBB-0EDA-027E9C94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12C3B0-470A-CFA4-C55D-53F6C2C50638}"/>
              </a:ext>
            </a:extLst>
          </p:cNvPr>
          <p:cNvGrpSpPr/>
          <p:nvPr/>
        </p:nvGrpSpPr>
        <p:grpSpPr>
          <a:xfrm>
            <a:off x="14515" y="55968"/>
            <a:ext cx="10155985" cy="6653766"/>
            <a:chOff x="14515" y="55968"/>
            <a:chExt cx="10155985" cy="66537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2407C6E-71AA-E34B-B138-9E5D46810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15" y="55968"/>
              <a:ext cx="5754914" cy="665376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39B7D6-7971-4BD0-60EB-ED76653984B5}"/>
                    </a:ext>
                  </a:extLst>
                </p14:cNvPr>
                <p14:cNvContentPartPr/>
                <p14:nvPr/>
              </p14:nvContentPartPr>
              <p14:xfrm>
                <a:off x="239543" y="682194"/>
                <a:ext cx="696960" cy="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39B7D6-7971-4BD0-60EB-ED76653984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5543" y="574194"/>
                  <a:ext cx="804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78D76B-65AB-12C9-75CF-05582E7BA6A1}"/>
                    </a:ext>
                  </a:extLst>
                </p14:cNvPr>
                <p14:cNvContentPartPr/>
                <p14:nvPr/>
              </p14:nvContentPartPr>
              <p14:xfrm>
                <a:off x="261143" y="1335234"/>
                <a:ext cx="207000" cy="10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78D76B-65AB-12C9-75CF-05582E7BA6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7143" y="1227234"/>
                  <a:ext cx="3146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8D9635-ED59-1D32-231F-B437493211B2}"/>
                    </a:ext>
                  </a:extLst>
                </p14:cNvPr>
                <p14:cNvContentPartPr/>
                <p14:nvPr/>
              </p14:nvContentPartPr>
              <p14:xfrm>
                <a:off x="2452463" y="1342074"/>
                <a:ext cx="123480" cy="7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8D9635-ED59-1D32-231F-B437493211B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98305" y="1234074"/>
                  <a:ext cx="231435" cy="2232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909032-92A2-7838-3253-08D457EB77EA}"/>
                </a:ext>
              </a:extLst>
            </p:cNvPr>
            <p:cNvSpPr txBox="1"/>
            <p:nvPr/>
          </p:nvSpPr>
          <p:spPr>
            <a:xfrm>
              <a:off x="3091543" y="428171"/>
              <a:ext cx="25342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It’s the Test Report Date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FD83473-CC84-9339-4134-F41FC0171188}"/>
                    </a:ext>
                  </a:extLst>
                </p14:cNvPr>
                <p14:cNvContentPartPr/>
                <p14:nvPr/>
              </p14:nvContentPartPr>
              <p14:xfrm>
                <a:off x="3207383" y="899634"/>
                <a:ext cx="921960" cy="1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FD83473-CC84-9339-4134-F41FC017118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53383" y="791634"/>
                  <a:ext cx="1029600" cy="2304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24A866-6244-5504-7182-89DD26A6FE02}"/>
                </a:ext>
              </a:extLst>
            </p:cNvPr>
            <p:cNvSpPr txBox="1"/>
            <p:nvPr/>
          </p:nvSpPr>
          <p:spPr>
            <a:xfrm>
              <a:off x="3862139" y="965707"/>
              <a:ext cx="1763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E.X: 03/02/2026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2CA28E-FCE4-E885-D500-73A6BDFE4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522414" y="527458"/>
              <a:ext cx="2648086" cy="1797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833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A5F5-D696-2A78-02B5-BD6D5F02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11AA28DE-A7F2-1BF7-E1E9-6982C0FE57EE}"/>
              </a:ext>
            </a:extLst>
          </p:cNvPr>
          <p:cNvGrpSpPr/>
          <p:nvPr/>
        </p:nvGrpSpPr>
        <p:grpSpPr>
          <a:xfrm>
            <a:off x="485612" y="82397"/>
            <a:ext cx="11216284" cy="6693206"/>
            <a:chOff x="57438" y="1"/>
            <a:chExt cx="11216284" cy="669320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CFF135E-D7AE-CFA7-B4E6-5161F58D8B8E}"/>
                </a:ext>
              </a:extLst>
            </p:cNvPr>
            <p:cNvGrpSpPr/>
            <p:nvPr/>
          </p:nvGrpSpPr>
          <p:grpSpPr>
            <a:xfrm>
              <a:off x="57438" y="1"/>
              <a:ext cx="4703248" cy="6693206"/>
              <a:chOff x="57438" y="1"/>
              <a:chExt cx="4594391" cy="653829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E7179D0-50A1-DD0E-1A8A-4D060A544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438" y="1"/>
                <a:ext cx="4594391" cy="4458596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A6F084B-DB29-0DBC-E259-88B4D9757D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38" y="4408084"/>
                <a:ext cx="4594391" cy="2130208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D720599-FCD5-3271-2081-5F160E7B5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03886" y="204044"/>
              <a:ext cx="4953255" cy="1225613"/>
            </a:xfrm>
            <a:prstGeom prst="rect">
              <a:avLst/>
            </a:prstGeom>
          </p:spPr>
        </p:pic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FFCA080-BB56-CC1B-C51D-F3960805DE35}"/>
                </a:ext>
              </a:extLst>
            </p:cNvPr>
            <p:cNvSpPr/>
            <p:nvPr/>
          </p:nvSpPr>
          <p:spPr>
            <a:xfrm>
              <a:off x="4760686" y="420914"/>
              <a:ext cx="181428" cy="1008743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A809C6-4F25-7890-D4CA-49A16A268149}"/>
                    </a:ext>
                  </a:extLst>
                </p14:cNvPr>
                <p14:cNvContentPartPr/>
                <p14:nvPr/>
              </p14:nvContentPartPr>
              <p14:xfrm>
                <a:off x="217943" y="572394"/>
                <a:ext cx="580680" cy="15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FA809C6-4F25-7890-D4CA-49A16A2681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4303" y="464754"/>
                  <a:ext cx="688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DFF10B7-E223-C783-BA85-4CC8EB1EB31E}"/>
                    </a:ext>
                  </a:extLst>
                </p14:cNvPr>
                <p14:cNvContentPartPr/>
                <p14:nvPr/>
              </p14:nvContentPartPr>
              <p14:xfrm>
                <a:off x="218303" y="725034"/>
                <a:ext cx="318960" cy="8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DFF10B7-E223-C783-BA85-4CC8EB1EB3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4663" y="617034"/>
                  <a:ext cx="426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01F45A-F153-09E3-8072-BB1D15139827}"/>
                    </a:ext>
                  </a:extLst>
                </p14:cNvPr>
                <p14:cNvContentPartPr/>
                <p14:nvPr/>
              </p14:nvContentPartPr>
              <p14:xfrm>
                <a:off x="2613023" y="572394"/>
                <a:ext cx="565560" cy="15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01F45A-F153-09E3-8072-BB1D1513982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59023" y="464754"/>
                  <a:ext cx="673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7ADC99-0BB2-2D33-CA42-C22EA0304EDA}"/>
                    </a:ext>
                  </a:extLst>
                </p14:cNvPr>
                <p14:cNvContentPartPr/>
                <p14:nvPr/>
              </p14:nvContentPartPr>
              <p14:xfrm>
                <a:off x="2687543" y="754194"/>
                <a:ext cx="469080" cy="2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7ADC99-0BB2-2D33-CA42-C22EA0304ED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33903" y="646554"/>
                  <a:ext cx="576720" cy="245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E78C771-65E6-B674-75BD-52741613A426}"/>
                </a:ext>
              </a:extLst>
            </p:cNvPr>
            <p:cNvCxnSpPr/>
            <p:nvPr/>
          </p:nvCxnSpPr>
          <p:spPr>
            <a:xfrm flipH="1">
              <a:off x="1168400" y="1690914"/>
              <a:ext cx="195943" cy="1378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03BC4E-2451-446D-AFAF-1F5E8AB14EBC}"/>
                </a:ext>
              </a:extLst>
            </p:cNvPr>
            <p:cNvSpPr/>
            <p:nvPr/>
          </p:nvSpPr>
          <p:spPr>
            <a:xfrm>
              <a:off x="1023257" y="1618343"/>
              <a:ext cx="979714" cy="3338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EBF415B-0FDA-7F6E-F9DC-BCF66F70623A}"/>
                </a:ext>
              </a:extLst>
            </p:cNvPr>
            <p:cNvCxnSpPr/>
            <p:nvPr/>
          </p:nvCxnSpPr>
          <p:spPr>
            <a:xfrm flipH="1">
              <a:off x="3283856" y="2162629"/>
              <a:ext cx="67491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B8E9CD-EA36-BC31-ED85-EFEE5218929E}"/>
                </a:ext>
              </a:extLst>
            </p:cNvPr>
            <p:cNvSpPr txBox="1"/>
            <p:nvPr/>
          </p:nvSpPr>
          <p:spPr>
            <a:xfrm>
              <a:off x="3958771" y="1993352"/>
              <a:ext cx="73149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It’s also a dropdown list, </a:t>
              </a:r>
              <a:r>
                <a:rPr lang="en-US" sz="1600" dirty="0" err="1">
                  <a:solidFill>
                    <a:srgbClr val="FF0000"/>
                  </a:solidFill>
                </a:rPr>
                <a:t>e.x</a:t>
              </a:r>
              <a:r>
                <a:rPr lang="en-US" sz="1600" dirty="0">
                  <a:solidFill>
                    <a:srgbClr val="FF0000"/>
                  </a:solidFill>
                </a:rPr>
                <a:t>: 1316 – SGS Taiwan Textile Lab. Taipei County, Taiwan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004E6C-B8D3-C9FE-C87F-8B973877E582}"/>
                </a:ext>
              </a:extLst>
            </p:cNvPr>
            <p:cNvSpPr txBox="1"/>
            <p:nvPr/>
          </p:nvSpPr>
          <p:spPr>
            <a:xfrm>
              <a:off x="2581438" y="1705107"/>
              <a:ext cx="27546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Where the Test Report Issued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45D8C3-0162-C8CC-F697-CF1C03CAB506}"/>
                </a:ext>
              </a:extLst>
            </p:cNvPr>
            <p:cNvSpPr txBox="1"/>
            <p:nvPr/>
          </p:nvSpPr>
          <p:spPr>
            <a:xfrm>
              <a:off x="1872342" y="2450874"/>
              <a:ext cx="47717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Since we nominated SGS, so just type www.sgs.com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E284BDE-7960-B93E-9310-35E59019D62A}"/>
                </a:ext>
              </a:extLst>
            </p:cNvPr>
            <p:cNvCxnSpPr/>
            <p:nvPr/>
          </p:nvCxnSpPr>
          <p:spPr>
            <a:xfrm flipH="1">
              <a:off x="1204684" y="2620151"/>
              <a:ext cx="67491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9379F6-E582-7244-0602-786136487768}"/>
                </a:ext>
              </a:extLst>
            </p:cNvPr>
            <p:cNvSpPr txBox="1"/>
            <p:nvPr/>
          </p:nvSpPr>
          <p:spPr>
            <a:xfrm>
              <a:off x="3283856" y="2761788"/>
              <a:ext cx="27462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Test Report ID = Test Report #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89CA70-E283-F452-D0FE-A706DA5D2221}"/>
                    </a:ext>
                  </a:extLst>
                </p14:cNvPr>
                <p14:cNvContentPartPr/>
                <p14:nvPr/>
              </p14:nvContentPartPr>
              <p14:xfrm>
                <a:off x="2568743" y="2895114"/>
                <a:ext cx="559080" cy="2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89CA70-E283-F452-D0FE-A706DA5D22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15103" y="2787114"/>
                  <a:ext cx="666720" cy="2379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5C37BD6-FE43-EFF2-878F-572BF12BC451}"/>
                </a:ext>
              </a:extLst>
            </p:cNvPr>
            <p:cNvSpPr txBox="1"/>
            <p:nvPr/>
          </p:nvSpPr>
          <p:spPr>
            <a:xfrm>
              <a:off x="1168400" y="3439092"/>
              <a:ext cx="6801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Add Citations: It’s also a dropdown list – </a:t>
              </a:r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just type “1610” for quick selection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321799-414D-0C55-9242-0C897B6AC8FF}"/>
                    </a:ext>
                  </a:extLst>
                </p14:cNvPr>
                <p14:cNvContentPartPr/>
                <p14:nvPr/>
              </p14:nvContentPartPr>
              <p14:xfrm>
                <a:off x="449783" y="3584874"/>
                <a:ext cx="639000" cy="29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321799-414D-0C55-9242-0C897B6AC8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5783" y="3476874"/>
                  <a:ext cx="746640" cy="24516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E9BDDE-DABB-DC39-DBB0-C5C01388E0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623" y="3724774"/>
              <a:ext cx="406061" cy="1723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8A5F2F-18BA-1293-7768-65242CBAD154}"/>
                    </a:ext>
                  </a:extLst>
                </p14:cNvPr>
                <p14:cNvContentPartPr/>
                <p14:nvPr/>
              </p14:nvContentPartPr>
              <p14:xfrm>
                <a:off x="464183" y="3998154"/>
                <a:ext cx="231840" cy="2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8A5F2F-18BA-1293-7768-65242CBAD15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0183" y="3890154"/>
                  <a:ext cx="3394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9C297DC-8AE3-759E-4F3E-4EF9845EFEC9}"/>
                    </a:ext>
                  </a:extLst>
                </p14:cNvPr>
                <p14:cNvContentPartPr/>
                <p14:nvPr/>
              </p14:nvContentPartPr>
              <p14:xfrm>
                <a:off x="848663" y="3954594"/>
                <a:ext cx="2359080" cy="74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9C297DC-8AE3-759E-4F3E-4EF9845EFE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5023" y="3846594"/>
                  <a:ext cx="24667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CB0DB4-A3F5-6C05-FD54-4C0ED4D520E3}"/>
                    </a:ext>
                  </a:extLst>
                </p14:cNvPr>
                <p14:cNvContentPartPr/>
                <p14:nvPr/>
              </p14:nvContentPartPr>
              <p14:xfrm>
                <a:off x="418823" y="4600074"/>
                <a:ext cx="945720" cy="37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CB0DB4-A3F5-6C05-FD54-4C0ED4D520E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4823" y="4492074"/>
                  <a:ext cx="1053360" cy="2534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161598-D570-C7D3-744A-70BA5DDC2BA4}"/>
                </a:ext>
              </a:extLst>
            </p:cNvPr>
            <p:cNvSpPr txBox="1"/>
            <p:nvPr/>
          </p:nvSpPr>
          <p:spPr>
            <a:xfrm>
              <a:off x="2266237" y="4427310"/>
              <a:ext cx="2035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Component = Fabric 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7230D16-1E0B-80D6-0861-0B7AEC20F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814549" y="4364491"/>
              <a:ext cx="1161709" cy="78840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05A961-6012-8A2B-3A7E-C89AA14C0C4B}"/>
                </a:ext>
              </a:extLst>
            </p:cNvPr>
            <p:cNvSpPr txBox="1"/>
            <p:nvPr/>
          </p:nvSpPr>
          <p:spPr>
            <a:xfrm>
              <a:off x="6012377" y="4596587"/>
              <a:ext cx="39584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It’s another dropdown list, just select </a:t>
              </a:r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“Yes”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8C2135F-5C53-C020-11FB-16A69C768477}"/>
                    </a:ext>
                  </a:extLst>
                </p14:cNvPr>
                <p14:cNvContentPartPr/>
                <p14:nvPr/>
              </p14:nvContentPartPr>
              <p14:xfrm>
                <a:off x="4848623" y="4301994"/>
                <a:ext cx="623520" cy="3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8C2135F-5C53-C020-11FB-16A69C7684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94623" y="4194354"/>
                  <a:ext cx="731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739A6DD-FD83-63C0-B0F6-BCC248DBD8F5}"/>
                    </a:ext>
                  </a:extLst>
                </p14:cNvPr>
                <p14:cNvContentPartPr/>
                <p14:nvPr/>
              </p14:nvContentPartPr>
              <p14:xfrm>
                <a:off x="4942943" y="4491714"/>
                <a:ext cx="64440" cy="15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739A6DD-FD83-63C0-B0F6-BCC248DBD8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89303" y="4384074"/>
                  <a:ext cx="172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3D36183-5767-B56C-A4A0-2A83B5628922}"/>
                    </a:ext>
                  </a:extLst>
                </p14:cNvPr>
                <p14:cNvContentPartPr/>
                <p14:nvPr/>
              </p14:nvContentPartPr>
              <p14:xfrm>
                <a:off x="4913063" y="4847394"/>
                <a:ext cx="867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3D36183-5767-B56C-A4A0-2A83B562892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59063" y="4739754"/>
                  <a:ext cx="194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90B5F9F-75AF-45A2-317F-F66D63FA613C}"/>
                    </a:ext>
                  </a:extLst>
                </p14:cNvPr>
                <p14:cNvContentPartPr/>
                <p14:nvPr/>
              </p14:nvContentPartPr>
              <p14:xfrm>
                <a:off x="5827103" y="4891314"/>
                <a:ext cx="9432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90B5F9F-75AF-45A2-317F-F66D63FA61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73463" y="4783314"/>
                  <a:ext cx="201960" cy="216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399E6F4-7050-2CDC-A2CA-7E98ED132D87}"/>
                </a:ext>
              </a:extLst>
            </p:cNvPr>
            <p:cNvSpPr txBox="1"/>
            <p:nvPr/>
          </p:nvSpPr>
          <p:spPr>
            <a:xfrm>
              <a:off x="1596658" y="5196003"/>
              <a:ext cx="8462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Component Description = Fabric Article #  that applied on this apparel - pls fill out accordingly 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5A847A-3EAB-BECF-E22B-ACD3C4187CC9}"/>
                    </a:ext>
                  </a:extLst>
                </p14:cNvPr>
                <p14:cNvContentPartPr/>
                <p14:nvPr/>
              </p14:nvContentPartPr>
              <p14:xfrm>
                <a:off x="347903" y="5036394"/>
                <a:ext cx="936720" cy="43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5A847A-3EAB-BECF-E22B-ACD3C4187C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4263" y="4928394"/>
                  <a:ext cx="10443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70174A6-936C-90E5-F069-99A3E92983F9}"/>
                    </a:ext>
                  </a:extLst>
                </p14:cNvPr>
                <p14:cNvContentPartPr/>
                <p14:nvPr/>
              </p14:nvContentPartPr>
              <p14:xfrm>
                <a:off x="464183" y="5282994"/>
                <a:ext cx="90144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70174A6-936C-90E5-F069-99A3E92983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0183" y="5174994"/>
                  <a:ext cx="1009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60AEAF-98A2-D925-CF7F-801F528E75B6}"/>
                    </a:ext>
                  </a:extLst>
                </p14:cNvPr>
                <p14:cNvContentPartPr/>
                <p14:nvPr/>
              </p14:nvContentPartPr>
              <p14:xfrm>
                <a:off x="443663" y="4818594"/>
                <a:ext cx="202320" cy="51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60AEAF-98A2-D925-CF7F-801F528E75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9663" y="4710594"/>
                  <a:ext cx="309960" cy="2667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2FE3B8F-A8A2-6848-5F3B-FCCF4D5C8E5E}"/>
                </a:ext>
              </a:extLst>
            </p:cNvPr>
            <p:cNvSpPr/>
            <p:nvPr/>
          </p:nvSpPr>
          <p:spPr>
            <a:xfrm>
              <a:off x="347903" y="5036394"/>
              <a:ext cx="1103526" cy="3739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1ED0D8B8-AA29-EAC8-5CC2-548CC84F2125}"/>
                </a:ext>
              </a:extLst>
            </p:cNvPr>
            <p:cNvSpPr/>
            <p:nvPr/>
          </p:nvSpPr>
          <p:spPr>
            <a:xfrm rot="10800000">
              <a:off x="4033248" y="5881484"/>
              <a:ext cx="326572" cy="26851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FD79A34-9086-1543-8D37-38F37A6C626C}"/>
              </a:ext>
            </a:extLst>
          </p:cNvPr>
          <p:cNvSpPr/>
          <p:nvPr/>
        </p:nvSpPr>
        <p:spPr>
          <a:xfrm>
            <a:off x="2888343" y="5871028"/>
            <a:ext cx="1573078" cy="399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EFDB8D-20DF-1BEF-77D5-E0D94C4A078D}"/>
                  </a:ext>
                </a:extLst>
              </p14:cNvPr>
              <p14:cNvContentPartPr/>
              <p14:nvPr/>
            </p14:nvContentPartPr>
            <p14:xfrm>
              <a:off x="2988863" y="5979594"/>
              <a:ext cx="1445400" cy="124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EFDB8D-20DF-1BEF-77D5-E0D94C4A078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935223" y="5871594"/>
                <a:ext cx="1553040" cy="33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917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93069B-EC3F-7E7C-031D-0E800036E8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783"/>
          <a:stretch>
            <a:fillRect/>
          </a:stretch>
        </p:blipFill>
        <p:spPr>
          <a:xfrm>
            <a:off x="187285" y="2939902"/>
            <a:ext cx="5793264" cy="3503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5492F-806F-022F-4A97-C23ADA37A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85" y="92626"/>
            <a:ext cx="5705515" cy="25248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D484B04-087F-7EA8-7B9B-B1FA553A5A22}"/>
              </a:ext>
            </a:extLst>
          </p:cNvPr>
          <p:cNvSpPr/>
          <p:nvPr/>
        </p:nvSpPr>
        <p:spPr>
          <a:xfrm rot="10800000">
            <a:off x="5817262" y="5987705"/>
            <a:ext cx="326572" cy="26851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7AA9E-9DC5-E82C-2EDA-516C0E7B999C}"/>
              </a:ext>
            </a:extLst>
          </p:cNvPr>
          <p:cNvSpPr txBox="1"/>
          <p:nvPr/>
        </p:nvSpPr>
        <p:spPr>
          <a:xfrm>
            <a:off x="6211453" y="5937296"/>
            <a:ext cx="1696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on </a:t>
            </a:r>
            <a:r>
              <a:rPr lang="en-US" dirty="0">
                <a:highlight>
                  <a:srgbClr val="FFFF00"/>
                </a:highlight>
              </a:rPr>
              <a:t>“Next”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F003B-E7B4-09C6-6EDB-2396DF967287}"/>
              </a:ext>
            </a:extLst>
          </p:cNvPr>
          <p:cNvSpPr txBox="1"/>
          <p:nvPr/>
        </p:nvSpPr>
        <p:spPr>
          <a:xfrm>
            <a:off x="1632857" y="660399"/>
            <a:ext cx="4021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“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1610</a:t>
            </a:r>
            <a:r>
              <a:rPr lang="en-US" dirty="0"/>
              <a:t>” then,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2 dropdown options: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DFC814B-CDF2-009C-6473-C0CEC04E474D}"/>
                  </a:ext>
                </a:extLst>
              </p14:cNvPr>
              <p14:cNvContentPartPr/>
              <p14:nvPr/>
            </p14:nvContentPartPr>
            <p14:xfrm>
              <a:off x="456983" y="1356474"/>
              <a:ext cx="804960" cy="16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DFC814B-CDF2-009C-6473-C0CEC04E47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343" y="1248834"/>
                <a:ext cx="9126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538076F-F472-9FE0-8452-2616DFF871DF}"/>
                  </a:ext>
                </a:extLst>
              </p14:cNvPr>
              <p14:cNvContentPartPr/>
              <p14:nvPr/>
            </p14:nvContentPartPr>
            <p14:xfrm>
              <a:off x="471383" y="2090154"/>
              <a:ext cx="759600" cy="37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538076F-F472-9FE0-8452-2616DFF871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7743" y="1982154"/>
                <a:ext cx="8672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8DA3D90-C105-601F-16EC-67F4BD8DC034}"/>
                  </a:ext>
                </a:extLst>
              </p14:cNvPr>
              <p14:cNvContentPartPr/>
              <p14:nvPr/>
            </p14:nvContentPartPr>
            <p14:xfrm>
              <a:off x="3425183" y="1552674"/>
              <a:ext cx="2291760" cy="51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8DA3D90-C105-601F-16EC-67F4BD8DC0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71183" y="1445034"/>
                <a:ext cx="23994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0FE2684-1789-AAEB-AED2-380DA8222B65}"/>
                  </a:ext>
                </a:extLst>
              </p14:cNvPr>
              <p14:cNvContentPartPr/>
              <p14:nvPr/>
            </p14:nvContentPartPr>
            <p14:xfrm>
              <a:off x="471383" y="1727274"/>
              <a:ext cx="326520" cy="19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0FE2684-1789-AAEB-AED2-380DA8222B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743" y="1619274"/>
                <a:ext cx="4341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1D80CCD-F054-A4BE-3F67-1B98D5CFBA12}"/>
                  </a:ext>
                </a:extLst>
              </p14:cNvPr>
              <p14:cNvContentPartPr/>
              <p14:nvPr/>
            </p14:nvContentPartPr>
            <p14:xfrm>
              <a:off x="1981223" y="1545474"/>
              <a:ext cx="1472760" cy="59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1D80CCD-F054-A4BE-3F67-1B98D5CFBA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27223" y="1437474"/>
                <a:ext cx="15804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AEA081E-CD50-BBB5-224E-D07C2F016D2D}"/>
                  </a:ext>
                </a:extLst>
              </p14:cNvPr>
              <p14:cNvContentPartPr/>
              <p14:nvPr/>
            </p14:nvContentPartPr>
            <p14:xfrm>
              <a:off x="1241063" y="1567434"/>
              <a:ext cx="834480" cy="15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AEA081E-CD50-BBB5-224E-D07C2F016D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87063" y="1459794"/>
                <a:ext cx="9421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30F91E6-86ED-213E-2B21-7496A893DB84}"/>
                  </a:ext>
                </a:extLst>
              </p14:cNvPr>
              <p14:cNvContentPartPr/>
              <p14:nvPr/>
            </p14:nvContentPartPr>
            <p14:xfrm>
              <a:off x="1327823" y="2263314"/>
              <a:ext cx="2600280" cy="29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30F91E6-86ED-213E-2B21-7496A893DB8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73823" y="2155674"/>
                <a:ext cx="2707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0695D20-0507-2726-B761-CB96040831B4}"/>
                  </a:ext>
                </a:extLst>
              </p14:cNvPr>
              <p14:cNvContentPartPr/>
              <p14:nvPr/>
            </p14:nvContentPartPr>
            <p14:xfrm>
              <a:off x="261863" y="217434"/>
              <a:ext cx="1037520" cy="73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0695D20-0507-2726-B761-CB96040831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7863" y="109434"/>
                <a:ext cx="1145160" cy="2887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B2D289C4-E8BF-CDFE-CB47-DCF0CC442159}"/>
              </a:ext>
            </a:extLst>
          </p:cNvPr>
          <p:cNvSpPr/>
          <p:nvPr/>
        </p:nvSpPr>
        <p:spPr>
          <a:xfrm>
            <a:off x="187285" y="61920"/>
            <a:ext cx="1351229" cy="3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EB572C-3B5C-B586-4776-3C213216A711}"/>
              </a:ext>
            </a:extLst>
          </p:cNvPr>
          <p:cNvSpPr/>
          <p:nvPr/>
        </p:nvSpPr>
        <p:spPr>
          <a:xfrm>
            <a:off x="261863" y="660399"/>
            <a:ext cx="652537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419EF2-05AF-CEEC-EE73-24CC0BDF0B89}"/>
              </a:ext>
            </a:extLst>
          </p:cNvPr>
          <p:cNvCxnSpPr/>
          <p:nvPr/>
        </p:nvCxnSpPr>
        <p:spPr>
          <a:xfrm flipH="1">
            <a:off x="1045029" y="870857"/>
            <a:ext cx="5878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F7EE6CD-7C71-EB35-1CE5-D4B3175264B6}"/>
              </a:ext>
            </a:extLst>
          </p:cNvPr>
          <p:cNvSpPr txBox="1"/>
          <p:nvPr/>
        </p:nvSpPr>
        <p:spPr>
          <a:xfrm>
            <a:off x="2048996" y="3708197"/>
            <a:ext cx="330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E.X: Select one by clicking on it: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AD9C92-B5C9-53F3-F9A9-3BD214B1CD3D}"/>
              </a:ext>
            </a:extLst>
          </p:cNvPr>
          <p:cNvSpPr/>
          <p:nvPr/>
        </p:nvSpPr>
        <p:spPr>
          <a:xfrm>
            <a:off x="471383" y="4194629"/>
            <a:ext cx="4528788" cy="595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B49351-D559-D0D0-0500-9421F509F188}"/>
              </a:ext>
            </a:extLst>
          </p:cNvPr>
          <p:cNvCxnSpPr/>
          <p:nvPr/>
        </p:nvCxnSpPr>
        <p:spPr>
          <a:xfrm flipH="1">
            <a:off x="2286000" y="4077529"/>
            <a:ext cx="558800" cy="117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9E1560D-2D96-A059-2BA0-2B88A35696D9}"/>
                  </a:ext>
                </a:extLst>
              </p14:cNvPr>
              <p14:cNvContentPartPr/>
              <p14:nvPr/>
            </p14:nvContentPartPr>
            <p14:xfrm>
              <a:off x="623663" y="4440594"/>
              <a:ext cx="442800" cy="7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9E1560D-2D96-A059-2BA0-2B88A35696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0023" y="4332954"/>
                <a:ext cx="5504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7D5BBF8-A27B-C25F-F624-A74BCC97F785}"/>
                  </a:ext>
                </a:extLst>
              </p14:cNvPr>
              <p14:cNvContentPartPr/>
              <p14:nvPr/>
            </p14:nvContentPartPr>
            <p14:xfrm>
              <a:off x="623663" y="4578474"/>
              <a:ext cx="109080" cy="7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7D5BBF8-A27B-C25F-F624-A74BCC97F78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0023" y="4470834"/>
                <a:ext cx="216720" cy="2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8122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5C45-7AA3-E819-BADD-6F681C5F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43B3BF-3171-215E-880B-3422915D5646}"/>
              </a:ext>
            </a:extLst>
          </p:cNvPr>
          <p:cNvGrpSpPr/>
          <p:nvPr/>
        </p:nvGrpSpPr>
        <p:grpSpPr>
          <a:xfrm>
            <a:off x="137555" y="177480"/>
            <a:ext cx="11924955" cy="4808177"/>
            <a:chOff x="72242" y="177480"/>
            <a:chExt cx="11924955" cy="48081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F8E5B86-17EB-F097-BCC5-33AD13A06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06427" y="1654628"/>
              <a:ext cx="4890770" cy="208014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594495-8DD2-1406-6F4B-A8119ADEE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42" y="177480"/>
              <a:ext cx="7034185" cy="48081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CCE4CB-55F5-A4CF-CC97-2DB965F90E99}"/>
                    </a:ext>
                  </a:extLst>
                </p14:cNvPr>
                <p14:cNvContentPartPr/>
                <p14:nvPr/>
              </p14:nvContentPartPr>
              <p14:xfrm>
                <a:off x="399743" y="1653834"/>
                <a:ext cx="2074680" cy="37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CCE4CB-55F5-A4CF-CC97-2DB965F90E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5743" y="1545834"/>
                  <a:ext cx="21823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237D655-B03D-BA78-779D-FD1620634436}"/>
                    </a:ext>
                  </a:extLst>
                </p14:cNvPr>
                <p14:cNvContentPartPr/>
                <p14:nvPr/>
              </p14:nvContentPartPr>
              <p14:xfrm>
                <a:off x="413783" y="1951554"/>
                <a:ext cx="631800" cy="29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237D655-B03D-BA78-779D-FD162063443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9783" y="1842237"/>
                  <a:ext cx="739440" cy="248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CBC005-909E-5069-A11A-499F1B8C709C}"/>
                    </a:ext>
                  </a:extLst>
                </p14:cNvPr>
                <p14:cNvContentPartPr/>
                <p14:nvPr/>
              </p14:nvContentPartPr>
              <p14:xfrm>
                <a:off x="7271783" y="1663194"/>
                <a:ext cx="1473840" cy="41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CBC005-909E-5069-A11A-499F1B8C70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17796" y="1555194"/>
                  <a:ext cx="1581454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5D0DB34-018A-1219-1D02-2EA34E647575}"/>
                    </a:ext>
                  </a:extLst>
                </p14:cNvPr>
                <p14:cNvContentPartPr/>
                <p14:nvPr/>
              </p14:nvContentPartPr>
              <p14:xfrm>
                <a:off x="7213463" y="1907274"/>
                <a:ext cx="653400" cy="8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D0DB34-018A-1219-1D02-2EA34E6475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59463" y="1803594"/>
                  <a:ext cx="761040" cy="2156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54CA25-69AA-2286-7DE9-EEB55DDA9483}"/>
                    </a:ext>
                  </a:extLst>
                </p14:cNvPr>
                <p14:cNvContentPartPr/>
                <p14:nvPr/>
              </p14:nvContentPartPr>
              <p14:xfrm>
                <a:off x="7249463" y="2321994"/>
                <a:ext cx="4359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54CA25-69AA-2286-7DE9-EEB55DDA948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95463" y="2213994"/>
                  <a:ext cx="543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FFB499-6A9B-FF59-74C2-5DDBA9107F06}"/>
                    </a:ext>
                  </a:extLst>
                </p14:cNvPr>
                <p14:cNvContentPartPr/>
                <p14:nvPr/>
              </p14:nvContentPartPr>
              <p14:xfrm>
                <a:off x="11756303" y="2256834"/>
                <a:ext cx="87480" cy="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FFB499-6A9B-FF59-74C2-5DDBA9107F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02303" y="2153530"/>
                  <a:ext cx="195120" cy="214184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BE880F-C47D-7DE4-A953-926B4CE52B3F}"/>
                </a:ext>
              </a:extLst>
            </p:cNvPr>
            <p:cNvSpPr txBox="1"/>
            <p:nvPr/>
          </p:nvSpPr>
          <p:spPr>
            <a:xfrm>
              <a:off x="3143460" y="734914"/>
              <a:ext cx="50197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Click on it – </a:t>
              </a:r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Version</a:t>
              </a:r>
              <a:r>
                <a:rPr lang="en-US" sz="1600" dirty="0">
                  <a:solidFill>
                    <a:srgbClr val="FF0000"/>
                  </a:solidFill>
                </a:rPr>
                <a:t> ID will be Generated automatically 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C4F4EEC-0621-8A59-63AC-4434FE31DBB6}"/>
                </a:ext>
              </a:extLst>
            </p:cNvPr>
            <p:cNvCxnSpPr/>
            <p:nvPr/>
          </p:nvCxnSpPr>
          <p:spPr>
            <a:xfrm>
              <a:off x="4143829" y="1030514"/>
              <a:ext cx="1509485" cy="203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FB0FFE-ED96-BF6D-7988-A765EFD760F2}"/>
                    </a:ext>
                  </a:extLst>
                </p14:cNvPr>
                <p14:cNvContentPartPr/>
                <p14:nvPr/>
              </p14:nvContentPartPr>
              <p14:xfrm>
                <a:off x="403343" y="964794"/>
                <a:ext cx="431280" cy="15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FB0FFE-ED96-BF6D-7988-A765EFD760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9343" y="854282"/>
                  <a:ext cx="538920" cy="236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FBCC004-E15C-139B-39AC-51695085849B}"/>
                    </a:ext>
                  </a:extLst>
                </p14:cNvPr>
                <p14:cNvContentPartPr/>
                <p14:nvPr/>
              </p14:nvContentPartPr>
              <p14:xfrm>
                <a:off x="414143" y="1247754"/>
                <a:ext cx="72540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FBCC004-E15C-139B-39AC-51695085849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0143" y="1139754"/>
                  <a:ext cx="833040" cy="216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F359B6C-4549-92CC-12B0-43CC21552F68}"/>
                </a:ext>
              </a:extLst>
            </p:cNvPr>
            <p:cNvSpPr txBox="1"/>
            <p:nvPr/>
          </p:nvSpPr>
          <p:spPr>
            <a:xfrm>
              <a:off x="7861018" y="1276148"/>
              <a:ext cx="35361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Dropdown list for selecting “</a:t>
              </a:r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Importer</a:t>
              </a:r>
              <a:r>
                <a:rPr lang="en-US" sz="1600" dirty="0">
                  <a:solidFill>
                    <a:srgbClr val="FF0000"/>
                  </a:solidFill>
                </a:rPr>
                <a:t>”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87048E-AC03-D2C5-B70C-0E7A7345007E}"/>
                </a:ext>
              </a:extLst>
            </p:cNvPr>
            <p:cNvSpPr txBox="1"/>
            <p:nvPr/>
          </p:nvSpPr>
          <p:spPr>
            <a:xfrm>
              <a:off x="4651936" y="4306741"/>
              <a:ext cx="41265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When you see the “</a:t>
              </a:r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Certify</a:t>
              </a:r>
              <a:r>
                <a:rPr lang="en-US" sz="1600" dirty="0">
                  <a:solidFill>
                    <a:srgbClr val="FF0000"/>
                  </a:solidFill>
                </a:rPr>
                <a:t>” is on Purple color</a:t>
              </a:r>
            </a:p>
            <a:p>
              <a:r>
                <a:rPr lang="en-US" sz="1600" dirty="0">
                  <a:solidFill>
                    <a:srgbClr val="FF0000"/>
                  </a:solidFill>
                </a:rPr>
                <a:t>Meaning – </a:t>
              </a:r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All Set </a:t>
              </a:r>
              <a:r>
                <a:rPr lang="en-US" sz="1600" dirty="0">
                  <a:solidFill>
                    <a:srgbClr val="FF0000"/>
                  </a:solidFill>
                </a:rPr>
                <a:t>– </a:t>
              </a:r>
              <a:r>
                <a:rPr lang="en-US" sz="16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Ready to Certify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7822205-E0EE-53BE-EB17-D49B4CD50A16}"/>
                </a:ext>
              </a:extLst>
            </p:cNvPr>
            <p:cNvCxnSpPr>
              <a:cxnSpLocks/>
            </p:cNvCxnSpPr>
            <p:nvPr/>
          </p:nvCxnSpPr>
          <p:spPr>
            <a:xfrm>
              <a:off x="6909985" y="4042229"/>
              <a:ext cx="951033" cy="34834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1681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10C1D-0A53-5519-05A4-7883A172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A3EFAD0-D8C1-A366-AFC4-5BE91FCF4BEF}"/>
              </a:ext>
            </a:extLst>
          </p:cNvPr>
          <p:cNvGrpSpPr/>
          <p:nvPr/>
        </p:nvGrpSpPr>
        <p:grpSpPr>
          <a:xfrm>
            <a:off x="0" y="470687"/>
            <a:ext cx="12222250" cy="5916625"/>
            <a:chOff x="0" y="470687"/>
            <a:chExt cx="12222250" cy="59166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CF2466-3AD9-FBC2-08AD-DC6C18AFF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70687"/>
              <a:ext cx="12192000" cy="591662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3C3C00-278B-77D0-3DB0-7861F29CF190}"/>
                </a:ext>
              </a:extLst>
            </p:cNvPr>
            <p:cNvSpPr/>
            <p:nvPr/>
          </p:nvSpPr>
          <p:spPr>
            <a:xfrm>
              <a:off x="7242629" y="4601029"/>
              <a:ext cx="2489200" cy="1741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03D865-15F6-DCAC-154B-4D59D4CC8828}"/>
                </a:ext>
              </a:extLst>
            </p:cNvPr>
            <p:cNvSpPr/>
            <p:nvPr/>
          </p:nvSpPr>
          <p:spPr>
            <a:xfrm>
              <a:off x="10116457" y="4535714"/>
              <a:ext cx="653143" cy="17707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C95F13-E1E9-B5A4-0CFC-721EF4729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34635" y="4608243"/>
              <a:ext cx="1257365" cy="1625684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2AF457B-7B7C-52F4-9F3B-6A5999EB6C0C}"/>
                </a:ext>
              </a:extLst>
            </p:cNvPr>
            <p:cNvCxnSpPr/>
            <p:nvPr/>
          </p:nvCxnSpPr>
          <p:spPr>
            <a:xfrm flipH="1">
              <a:off x="11154228" y="4481286"/>
              <a:ext cx="239486" cy="2394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AF8447-F506-C943-53B1-E93E887C228C}"/>
                </a:ext>
              </a:extLst>
            </p:cNvPr>
            <p:cNvSpPr/>
            <p:nvPr/>
          </p:nvSpPr>
          <p:spPr>
            <a:xfrm>
              <a:off x="11067143" y="5820229"/>
              <a:ext cx="979714" cy="2394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DBF528-84AC-1AFE-3F17-A57813977C7F}"/>
                    </a:ext>
                  </a:extLst>
                </p14:cNvPr>
                <p14:cNvContentPartPr/>
                <p14:nvPr/>
              </p14:nvContentPartPr>
              <p14:xfrm>
                <a:off x="11151863" y="5862594"/>
                <a:ext cx="887760" cy="11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DBF528-84AC-1AFE-3F17-A57813977C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97863" y="5754954"/>
                  <a:ext cx="995400" cy="3333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18DB43-3EC6-0929-1A19-DDEFCE66D631}"/>
                </a:ext>
              </a:extLst>
            </p:cNvPr>
            <p:cNvSpPr txBox="1"/>
            <p:nvPr/>
          </p:nvSpPr>
          <p:spPr>
            <a:xfrm>
              <a:off x="11292114" y="349068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8FB672-B044-8810-F41D-356CBE195A5B}"/>
                </a:ext>
              </a:extLst>
            </p:cNvPr>
            <p:cNvSpPr txBox="1"/>
            <p:nvPr/>
          </p:nvSpPr>
          <p:spPr>
            <a:xfrm>
              <a:off x="11320339" y="4238911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B7547E-28C6-2BDB-FA28-99026E12361F}"/>
                </a:ext>
              </a:extLst>
            </p:cNvPr>
            <p:cNvSpPr txBox="1"/>
            <p:nvPr/>
          </p:nvSpPr>
          <p:spPr>
            <a:xfrm>
              <a:off x="11898122" y="4231697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B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DA5032-0491-5B19-3D3C-5D780ED3BEFD}"/>
                </a:ext>
              </a:extLst>
            </p:cNvPr>
            <p:cNvCxnSpPr/>
            <p:nvPr/>
          </p:nvCxnSpPr>
          <p:spPr>
            <a:xfrm flipH="1">
              <a:off x="11825187" y="4503057"/>
              <a:ext cx="239486" cy="2394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1387293-22AD-A3AA-17B2-437539ABA4AD}"/>
                </a:ext>
              </a:extLst>
            </p:cNvPr>
            <p:cNvSpPr txBox="1"/>
            <p:nvPr/>
          </p:nvSpPr>
          <p:spPr>
            <a:xfrm>
              <a:off x="11645360" y="5503009"/>
              <a:ext cx="5055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A-1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A59821-C428-6964-E942-EF78D735BB48}"/>
              </a:ext>
            </a:extLst>
          </p:cNvPr>
          <p:cNvSpPr txBox="1"/>
          <p:nvPr/>
        </p:nvSpPr>
        <p:spPr>
          <a:xfrm>
            <a:off x="10786804" y="6233927"/>
            <a:ext cx="148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It’s for GCC downloading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FCE80C-015C-52A6-B6A4-BD35647CDB08}"/>
              </a:ext>
            </a:extLst>
          </p:cNvPr>
          <p:cNvCxnSpPr>
            <a:cxnSpLocks/>
          </p:cNvCxnSpPr>
          <p:nvPr/>
        </p:nvCxnSpPr>
        <p:spPr>
          <a:xfrm flipV="1">
            <a:off x="11557000" y="6059715"/>
            <a:ext cx="0" cy="2467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6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D65AAE-4521-53C9-016E-0A84D7D09BC6}"/>
              </a:ext>
            </a:extLst>
          </p:cNvPr>
          <p:cNvSpPr txBox="1"/>
          <p:nvPr/>
        </p:nvSpPr>
        <p:spPr>
          <a:xfrm>
            <a:off x="-1" y="0"/>
            <a:ext cx="4717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GCC generated by ACE Platform –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e.x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B8651-D51C-C955-8888-EFDF8707B364}"/>
              </a:ext>
            </a:extLst>
          </p:cNvPr>
          <p:cNvSpPr txBox="1"/>
          <p:nvPr/>
        </p:nvSpPr>
        <p:spPr>
          <a:xfrm>
            <a:off x="0" y="430266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A-2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3D7BC-D933-1999-DBBC-97406DA7B5F5}"/>
              </a:ext>
            </a:extLst>
          </p:cNvPr>
          <p:cNvSpPr txBox="1"/>
          <p:nvPr/>
        </p:nvSpPr>
        <p:spPr>
          <a:xfrm>
            <a:off x="3721891" y="430265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A-3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69EB59-0A06-053C-33CD-F47F1EDD4FDC}"/>
              </a:ext>
            </a:extLst>
          </p:cNvPr>
          <p:cNvGrpSpPr/>
          <p:nvPr/>
        </p:nvGrpSpPr>
        <p:grpSpPr>
          <a:xfrm>
            <a:off x="4611338" y="97028"/>
            <a:ext cx="5687071" cy="6663944"/>
            <a:chOff x="4611338" y="97028"/>
            <a:chExt cx="5687071" cy="66639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518867-DF18-8DC6-CC58-CD87DE9C9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1338" y="97028"/>
              <a:ext cx="5687071" cy="66639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5F1B8E-330D-AB82-B31E-A2030D1B6A48}"/>
                </a:ext>
              </a:extLst>
            </p:cNvPr>
            <p:cNvSpPr/>
            <p:nvPr/>
          </p:nvSpPr>
          <p:spPr>
            <a:xfrm>
              <a:off x="6282845" y="97028"/>
              <a:ext cx="2344056" cy="5684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9A2A45-16ED-42D4-4F6D-C7338BCE8675}"/>
                    </a:ext>
                  </a:extLst>
                </p14:cNvPr>
                <p14:cNvContentPartPr/>
                <p14:nvPr/>
              </p14:nvContentPartPr>
              <p14:xfrm>
                <a:off x="6676343" y="551154"/>
                <a:ext cx="1531800" cy="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9A2A45-16ED-42D4-4F6D-C7338BCE867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22343" y="443514"/>
                  <a:ext cx="1639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E76B4D-DEF6-12D0-7E3C-F24C5348D1BC}"/>
                    </a:ext>
                  </a:extLst>
                </p14:cNvPr>
                <p14:cNvContentPartPr/>
                <p14:nvPr/>
              </p14:nvContentPartPr>
              <p14:xfrm>
                <a:off x="5421023" y="2329554"/>
                <a:ext cx="943920" cy="72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E76B4D-DEF6-12D0-7E3C-F24C5348D1B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67023" y="2221554"/>
                  <a:ext cx="10515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6C99D80-07DF-856E-8920-7A490D43EEC9}"/>
                    </a:ext>
                  </a:extLst>
                </p14:cNvPr>
                <p14:cNvContentPartPr/>
                <p14:nvPr/>
              </p14:nvContentPartPr>
              <p14:xfrm>
                <a:off x="4833863" y="2481834"/>
                <a:ext cx="36972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6C99D80-07DF-856E-8920-7A490D43EE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80223" y="2373834"/>
                  <a:ext cx="477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1978B20-EC01-D13D-7B88-FD40F9B1B01F}"/>
                    </a:ext>
                  </a:extLst>
                </p14:cNvPr>
                <p14:cNvContentPartPr/>
                <p14:nvPr/>
              </p14:nvContentPartPr>
              <p14:xfrm>
                <a:off x="7032743" y="2488674"/>
                <a:ext cx="246240" cy="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1978B20-EC01-D13D-7B88-FD40F9B1B0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79103" y="2380674"/>
                  <a:ext cx="353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9F8433A-9A42-D0BC-6970-C9BD6CA6C7EB}"/>
                    </a:ext>
                  </a:extLst>
                </p14:cNvPr>
                <p14:cNvContentPartPr/>
                <p14:nvPr/>
              </p14:nvContentPartPr>
              <p14:xfrm>
                <a:off x="5283503" y="2547354"/>
                <a:ext cx="20304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9F8433A-9A42-D0BC-6970-C9BD6CA6C7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29503" y="2439354"/>
                  <a:ext cx="310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31E058-D592-41A4-21DD-BC436C5A59F0}"/>
                    </a:ext>
                  </a:extLst>
                </p14:cNvPr>
                <p14:cNvContentPartPr/>
                <p14:nvPr/>
              </p14:nvContentPartPr>
              <p14:xfrm>
                <a:off x="4863023" y="3925794"/>
                <a:ext cx="3841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31E058-D592-41A4-21DD-BC436C5A59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09023" y="3818154"/>
                  <a:ext cx="491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267B7B-2B7E-418E-6002-98C68FDDD722}"/>
                    </a:ext>
                  </a:extLst>
                </p14:cNvPr>
                <p14:cNvContentPartPr/>
                <p14:nvPr/>
              </p14:nvContentPartPr>
              <p14:xfrm>
                <a:off x="5421743" y="3707994"/>
                <a:ext cx="318960" cy="7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267B7B-2B7E-418E-6002-98C68FDDD7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367743" y="3600354"/>
                  <a:ext cx="426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E905023-7166-01DC-0D87-B621F2ACCEBD}"/>
                    </a:ext>
                  </a:extLst>
                </p14:cNvPr>
                <p14:cNvContentPartPr/>
                <p14:nvPr/>
              </p14:nvContentPartPr>
              <p14:xfrm>
                <a:off x="4862303" y="4100034"/>
                <a:ext cx="703440" cy="1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905023-7166-01DC-0D87-B621F2ACCEB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08663" y="3992034"/>
                  <a:ext cx="811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BA48178-AB8E-2CB1-F285-81DC31D5985A}"/>
                    </a:ext>
                  </a:extLst>
                </p14:cNvPr>
                <p14:cNvContentPartPr/>
                <p14:nvPr/>
              </p14:nvContentPartPr>
              <p14:xfrm>
                <a:off x="8803583" y="5036394"/>
                <a:ext cx="81972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BA48178-AB8E-2CB1-F285-81DC31D5985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49583" y="4928754"/>
                  <a:ext cx="927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AF91F8-A544-1FD8-1C46-28B5B5658C2D}"/>
                    </a:ext>
                  </a:extLst>
                </p14:cNvPr>
                <p14:cNvContentPartPr/>
                <p14:nvPr/>
              </p14:nvContentPartPr>
              <p14:xfrm>
                <a:off x="7880903" y="5021634"/>
                <a:ext cx="689400" cy="29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AF91F8-A544-1FD8-1C46-28B5B5658C2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27263" y="4913634"/>
                  <a:ext cx="797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337F4B-6FD7-4D31-7C76-F1FEF7586B0F}"/>
                    </a:ext>
                  </a:extLst>
                </p14:cNvPr>
                <p14:cNvContentPartPr/>
                <p14:nvPr/>
              </p14:nvContentPartPr>
              <p14:xfrm>
                <a:off x="7910063" y="5441754"/>
                <a:ext cx="566640" cy="2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337F4B-6FD7-4D31-7C76-F1FEF7586B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56423" y="5334114"/>
                  <a:ext cx="674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2BE80D-ACE9-D2FA-4BBA-DCAE9F42C5A3}"/>
                    </a:ext>
                  </a:extLst>
                </p14:cNvPr>
                <p14:cNvContentPartPr/>
                <p14:nvPr/>
              </p14:nvContentPartPr>
              <p14:xfrm>
                <a:off x="6023303" y="5195874"/>
                <a:ext cx="380520" cy="1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2BE80D-ACE9-D2FA-4BBA-DCAE9F42C5A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69663" y="5088234"/>
                  <a:ext cx="4881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BC75EC-068C-51FC-CF5F-9CF204498F3C}"/>
                    </a:ext>
                  </a:extLst>
                </p14:cNvPr>
                <p14:cNvContentPartPr/>
                <p14:nvPr/>
              </p14:nvContentPartPr>
              <p14:xfrm>
                <a:off x="5610383" y="5304594"/>
                <a:ext cx="19548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BC75EC-068C-51FC-CF5F-9CF204498F3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56743" y="5196954"/>
                  <a:ext cx="303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28A214-7D55-8F59-4909-40902E39EB76}"/>
                    </a:ext>
                  </a:extLst>
                </p14:cNvPr>
                <p14:cNvContentPartPr/>
                <p14:nvPr/>
              </p14:nvContentPartPr>
              <p14:xfrm>
                <a:off x="4854743" y="4927314"/>
                <a:ext cx="449280" cy="15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28A214-7D55-8F59-4909-40902E39EB7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01103" y="4819674"/>
                  <a:ext cx="556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8D1BD2-5519-0FB2-9EA9-316B287C8389}"/>
                    </a:ext>
                  </a:extLst>
                </p14:cNvPr>
                <p14:cNvContentPartPr/>
                <p14:nvPr/>
              </p14:nvContentPartPr>
              <p14:xfrm>
                <a:off x="4854743" y="4637154"/>
                <a:ext cx="347760" cy="23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8D1BD2-5519-0FB2-9EA9-316B287C83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01103" y="4529514"/>
                  <a:ext cx="455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8737D66-384B-C8D0-A1AD-5E21D50F012D}"/>
                    </a:ext>
                  </a:extLst>
                </p14:cNvPr>
                <p14:cNvContentPartPr/>
                <p14:nvPr/>
              </p14:nvContentPartPr>
              <p14:xfrm>
                <a:off x="4819463" y="6080754"/>
                <a:ext cx="1226160" cy="15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8737D66-384B-C8D0-A1AD-5E21D50F01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765823" y="5973114"/>
                  <a:ext cx="1333800" cy="2311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C8B7BB-DF7C-C56B-B8A0-7A9046EEDDB7}"/>
                </a:ext>
              </a:extLst>
            </p:cNvPr>
            <p:cNvSpPr/>
            <p:nvPr/>
          </p:nvSpPr>
          <p:spPr>
            <a:xfrm>
              <a:off x="4724399" y="5919413"/>
              <a:ext cx="1574801" cy="2927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88FAFCD6-57C6-12A6-2495-2BCC821C209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63953" y="430266"/>
            <a:ext cx="1926511" cy="3693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E4DFAA-9B5D-C8BC-F105-409888385ECC}"/>
              </a:ext>
            </a:extLst>
          </p:cNvPr>
          <p:cNvSpPr/>
          <p:nvPr/>
        </p:nvSpPr>
        <p:spPr>
          <a:xfrm>
            <a:off x="4717142" y="3360057"/>
            <a:ext cx="5508172" cy="1080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234AC84-16AB-58D8-EFFF-5F7DE81ECD6F}"/>
              </a:ext>
            </a:extLst>
          </p:cNvPr>
          <p:cNvSpPr/>
          <p:nvPr/>
        </p:nvSpPr>
        <p:spPr>
          <a:xfrm rot="1484570">
            <a:off x="4442346" y="3705785"/>
            <a:ext cx="326572" cy="26851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48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0E07B38-E486-4C9D-8688-914F67B1516B}"/>
              </a:ext>
            </a:extLst>
          </p:cNvPr>
          <p:cNvGrpSpPr/>
          <p:nvPr/>
        </p:nvGrpSpPr>
        <p:grpSpPr>
          <a:xfrm>
            <a:off x="139573" y="499961"/>
            <a:ext cx="11912854" cy="4819525"/>
            <a:chOff x="139573" y="499961"/>
            <a:chExt cx="11912854" cy="48195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AAF9D2-16F8-3B5F-B656-EB341BFEE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573" y="932905"/>
              <a:ext cx="11912854" cy="43865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37D43B-43A1-4DF7-CDF6-74CDBEDF480F}"/>
                </a:ext>
              </a:extLst>
            </p:cNvPr>
            <p:cNvSpPr txBox="1"/>
            <p:nvPr/>
          </p:nvSpPr>
          <p:spPr>
            <a:xfrm>
              <a:off x="139573" y="499961"/>
              <a:ext cx="508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B-1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4AB6FB-C431-2663-6CEB-62A82235C556}"/>
                    </a:ext>
                  </a:extLst>
                </p14:cNvPr>
                <p14:cNvContentPartPr/>
                <p14:nvPr/>
              </p14:nvContentPartPr>
              <p14:xfrm>
                <a:off x="906983" y="1865154"/>
                <a:ext cx="276480" cy="7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4AB6FB-C431-2663-6CEB-62A82235C55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52983" y="1757154"/>
                  <a:ext cx="384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D999F6-0C6E-DCF9-E148-43C28B60277C}"/>
                    </a:ext>
                  </a:extLst>
                </p14:cNvPr>
                <p14:cNvContentPartPr/>
                <p14:nvPr/>
              </p14:nvContentPartPr>
              <p14:xfrm>
                <a:off x="10318823" y="4767474"/>
                <a:ext cx="690480" cy="57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D999F6-0C6E-DCF9-E148-43C28B60277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65183" y="4659834"/>
                  <a:ext cx="798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92D798E-2528-D3BD-1A68-34FF406FC21F}"/>
                    </a:ext>
                  </a:extLst>
                </p14:cNvPr>
                <p14:cNvContentPartPr/>
                <p14:nvPr/>
              </p14:nvContentPartPr>
              <p14:xfrm>
                <a:off x="9797543" y="4607994"/>
                <a:ext cx="21744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92D798E-2528-D3BD-1A68-34FF406FC2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43903" y="4500354"/>
                  <a:ext cx="325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363286-F2B7-2D08-6F0C-25F29D8EEE3C}"/>
                    </a:ext>
                  </a:extLst>
                </p14:cNvPr>
                <p14:cNvContentPartPr/>
                <p14:nvPr/>
              </p14:nvContentPartPr>
              <p14:xfrm>
                <a:off x="7555463" y="4673154"/>
                <a:ext cx="914040" cy="1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363286-F2B7-2D08-6F0C-25F29D8EEE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01463" y="4565154"/>
                  <a:ext cx="1021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9EF02C-C2CB-D4AD-EF6A-5E3281046975}"/>
                    </a:ext>
                  </a:extLst>
                </p14:cNvPr>
                <p14:cNvContentPartPr/>
                <p14:nvPr/>
              </p14:nvContentPartPr>
              <p14:xfrm>
                <a:off x="3659183" y="4680354"/>
                <a:ext cx="231120" cy="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9EF02C-C2CB-D4AD-EF6A-5E328104697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05183" y="4572354"/>
                  <a:ext cx="338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54141CA-E27A-7994-1AFF-C154EA5FC703}"/>
                    </a:ext>
                  </a:extLst>
                </p14:cNvPr>
                <p14:cNvContentPartPr/>
                <p14:nvPr/>
              </p14:nvContentPartPr>
              <p14:xfrm>
                <a:off x="2815703" y="4701594"/>
                <a:ext cx="218160" cy="8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4141CA-E27A-7994-1AFF-C154EA5FC70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61703" y="4593954"/>
                  <a:ext cx="32580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3508D1-603C-71E3-4995-4B5FC92D5255}"/>
                  </a:ext>
                </a:extLst>
              </p14:cNvPr>
              <p14:cNvContentPartPr/>
              <p14:nvPr/>
            </p14:nvContentPartPr>
            <p14:xfrm>
              <a:off x="581183" y="1037514"/>
              <a:ext cx="29700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3508D1-603C-71E3-4995-4B5FC92D525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7543" y="929874"/>
                <a:ext cx="404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ABFC87-31B8-3E53-0353-F540EE1620E4}"/>
                  </a:ext>
                </a:extLst>
              </p14:cNvPr>
              <p14:cNvContentPartPr/>
              <p14:nvPr/>
            </p14:nvContentPartPr>
            <p14:xfrm>
              <a:off x="435383" y="4680354"/>
              <a:ext cx="148032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ABFC87-31B8-3E53-0353-F540EE1620E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1743" y="4572354"/>
                <a:ext cx="1587960" cy="23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6675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4AEE-A3C2-FDF8-AE28-D1A6F540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DCFA30A-D3E7-2829-9FD6-21B7D176C789}"/>
              </a:ext>
            </a:extLst>
          </p:cNvPr>
          <p:cNvSpPr txBox="1"/>
          <p:nvPr/>
        </p:nvSpPr>
        <p:spPr>
          <a:xfrm>
            <a:off x="1342570" y="58770"/>
            <a:ext cx="9332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We </a:t>
            </a:r>
            <a:r>
              <a:rPr lang="en-US" dirty="0"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– Vuori </a:t>
            </a:r>
            <a:r>
              <a:rPr lang="en-US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is </a:t>
            </a:r>
            <a:r>
              <a:rPr lang="en-US" sz="18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Importer as Product‑based</a:t>
            </a:r>
            <a:r>
              <a:rPr lang="en-US" sz="18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VS. </a:t>
            </a:r>
            <a:r>
              <a:rPr lang="en-US" dirty="0"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Flexport</a:t>
            </a:r>
            <a:r>
              <a:rPr lang="en-US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is </a:t>
            </a:r>
            <a:r>
              <a:rPr lang="en-US" sz="18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Logistic</a:t>
            </a:r>
            <a:r>
              <a:rPr lang="en-US" sz="18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that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Shipment‑based</a:t>
            </a:r>
            <a:endParaRPr lang="en-US" sz="1800" dirty="0">
              <a:effectLst/>
              <a:latin typeface="Aptos" panose="020B0004020202020204" pitchFamily="34" charset="0"/>
              <a:ea typeface="PMingLiU" panose="02020500000000000000" pitchFamily="18" charset="-120"/>
              <a:cs typeface="Aptos" panose="020B00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E40F00-BD71-F8F2-0018-73440238B207}"/>
              </a:ext>
            </a:extLst>
          </p:cNvPr>
          <p:cNvGrpSpPr/>
          <p:nvPr/>
        </p:nvGrpSpPr>
        <p:grpSpPr>
          <a:xfrm>
            <a:off x="101434" y="461041"/>
            <a:ext cx="12017994" cy="2749204"/>
            <a:chOff x="101434" y="540868"/>
            <a:chExt cx="12017994" cy="274920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419690A-F056-66A7-B1B8-BBF470F8FC09}"/>
                </a:ext>
              </a:extLst>
            </p:cNvPr>
            <p:cNvGrpSpPr/>
            <p:nvPr/>
          </p:nvGrpSpPr>
          <p:grpSpPr>
            <a:xfrm>
              <a:off x="101434" y="540868"/>
              <a:ext cx="6125031" cy="2724845"/>
              <a:chOff x="137883" y="601130"/>
              <a:chExt cx="6136391" cy="2729899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E45AC835-1147-FBDB-BE0F-5DE448E385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7883" y="905147"/>
                <a:ext cx="6136391" cy="242588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D70039-F429-7378-9C4C-CBE354EAE5BF}"/>
                  </a:ext>
                </a:extLst>
              </p:cNvPr>
              <p:cNvSpPr txBox="1"/>
              <p:nvPr/>
            </p:nvSpPr>
            <p:spPr>
              <a:xfrm>
                <a:off x="1619479" y="601130"/>
                <a:ext cx="2552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Vuori Submitted on ACE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3A0AC55-AD95-F915-D58D-2801B4B4B961}"/>
                </a:ext>
              </a:extLst>
            </p:cNvPr>
            <p:cNvGrpSpPr/>
            <p:nvPr/>
          </p:nvGrpSpPr>
          <p:grpSpPr>
            <a:xfrm>
              <a:off x="6307048" y="540868"/>
              <a:ext cx="5812380" cy="2749204"/>
              <a:chOff x="6278020" y="540868"/>
              <a:chExt cx="5812380" cy="274920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E9B99377-194A-8DBD-3EFD-650791D9E2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8020" y="844322"/>
                <a:ext cx="5812380" cy="24457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8B776F-37AF-F52D-C257-09F05C7D4127}"/>
                  </a:ext>
                </a:extLst>
              </p:cNvPr>
              <p:cNvSpPr txBox="1"/>
              <p:nvPr/>
            </p:nvSpPr>
            <p:spPr>
              <a:xfrm>
                <a:off x="7694743" y="540868"/>
                <a:ext cx="2746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Data gained from Flexport</a:t>
                </a: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0EBDF37-74C0-83A2-6D20-99E316DA1682}"/>
              </a:ext>
            </a:extLst>
          </p:cNvPr>
          <p:cNvSpPr txBox="1"/>
          <p:nvPr/>
        </p:nvSpPr>
        <p:spPr>
          <a:xfrm>
            <a:off x="159490" y="3404733"/>
            <a:ext cx="11909137" cy="321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From </a:t>
            </a:r>
            <a:r>
              <a:rPr lang="en-US" sz="1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Vuori’s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perspective as the </a:t>
            </a:r>
            <a:r>
              <a:rPr lang="en-US" sz="1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Importer of Record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our approach is </a:t>
            </a:r>
            <a:r>
              <a:rPr lang="en-US" sz="1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product‑based</a:t>
            </a:r>
            <a:r>
              <a:rPr lang="en-US" sz="14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We create and maintain </a:t>
            </a:r>
            <a:r>
              <a:rPr lang="en-US" sz="1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one CPSC Product ID per unique style</a:t>
            </a:r>
            <a:r>
              <a:rPr lang="en-US" sz="14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(e.g., V3070), supported by the </a:t>
            </a:r>
            <a:r>
              <a:rPr lang="en-US" sz="1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applicable GCC, test reports (including flammability), manufacturer information, and version control in ACE.</a:t>
            </a:r>
            <a:endParaRPr lang="en-US" sz="14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From </a:t>
            </a:r>
            <a:r>
              <a:rPr lang="en-US" sz="1400" b="1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Flexport’s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perspective as our </a:t>
            </a:r>
            <a:r>
              <a:rPr lang="en-US" sz="1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customs broker/logistics partner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we understand that entries are </a:t>
            </a:r>
            <a:r>
              <a:rPr lang="en-US" sz="1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shipment‑based</a:t>
            </a:r>
            <a:r>
              <a:rPr lang="en-US" sz="14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meaning the same style may appear across multiple customs entries with different entry numbers and entry dates as shipments arrive into the U.S.</a:t>
            </a:r>
            <a:endParaRPr lang="en-US" sz="1400" kern="100" dirty="0">
              <a:effectLst/>
              <a:latin typeface="Aptos" panose="020B000402020202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Using </a:t>
            </a:r>
            <a:r>
              <a:rPr lang="en-US" sz="1400" b="1" kern="100" dirty="0">
                <a:effectLst/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V3070</a:t>
            </a:r>
            <a:r>
              <a:rPr lang="en-US" sz="1400" kern="100" dirty="0">
                <a:effectLst/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as an example, 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we see multiple entry dates (e.g., 03/05/2026, 03/08/2026, 03/09/2026, 03/10/2026). Our understanding is that these represent separate shipment events and </a:t>
            </a:r>
            <a:r>
              <a:rPr lang="en-US" sz="1400" b="1" kern="100" dirty="0">
                <a:effectLst/>
                <a:highlight>
                  <a:srgbClr val="C0C0C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do not require re‑creation or re‑certification of the same product profile in CPSC/ACE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provided that:</a:t>
            </a:r>
            <a:endParaRPr lang="en-US" sz="1400" kern="100" dirty="0">
              <a:effectLst/>
              <a:latin typeface="Aptos" panose="020B000402020202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product itself has not changed</a:t>
            </a:r>
            <a:endParaRPr lang="en-US" sz="1400" kern="100" dirty="0">
              <a:effectLst/>
              <a:latin typeface="Aptos" panose="020B000402020202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supply chain (manufacturer/factory) remains the same</a:t>
            </a:r>
            <a:endParaRPr lang="en-US" sz="1400" kern="100" dirty="0">
              <a:effectLst/>
              <a:latin typeface="Aptos" panose="020B000402020202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applicable flammability test report and other compliance documentation remain valid</a:t>
            </a:r>
            <a:endParaRPr lang="en-US" sz="1400" kern="100" dirty="0">
              <a:effectLst/>
              <a:latin typeface="Aptos" panose="020B000402020202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Under these conditions, the </a:t>
            </a:r>
            <a:r>
              <a:rPr lang="en-US" sz="14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same CPSC Product ID and GCC can be reused across multiple shipments</a:t>
            </a:r>
            <a:r>
              <a:rPr lang="en-US" sz="14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sz="1400" kern="100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with Flexport referencing the existing Product ID at the entry level.</a:t>
            </a:r>
            <a:endParaRPr lang="en-US" sz="1400" kern="100" dirty="0">
              <a:effectLst/>
              <a:latin typeface="Aptos" panose="020B000402020202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86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C875-5B56-A100-C91C-D7C1C755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4B1AE24-6BFC-B294-7875-649468D43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0" y="1298126"/>
            <a:ext cx="12027580" cy="486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808DFC-DAEC-462C-3892-A09DFDE90744}"/>
              </a:ext>
            </a:extLst>
          </p:cNvPr>
          <p:cNvSpPr txBox="1"/>
          <p:nvPr/>
        </p:nvSpPr>
        <p:spPr>
          <a:xfrm>
            <a:off x="82210" y="856219"/>
            <a:ext cx="182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MANAGE USERS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06B4A-0150-AB63-9E1F-58257ABD6CA8}"/>
              </a:ext>
            </a:extLst>
          </p:cNvPr>
          <p:cNvSpPr txBox="1"/>
          <p:nvPr/>
        </p:nvSpPr>
        <p:spPr>
          <a:xfrm>
            <a:off x="0" y="0"/>
            <a:ext cx="140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REMARKS-1</a:t>
            </a:r>
          </a:p>
        </p:txBody>
      </p:sp>
    </p:spTree>
    <p:extLst>
      <p:ext uri="{BB962C8B-B14F-4D97-AF65-F5344CB8AC3E}">
        <p14:creationId xmlns:p14="http://schemas.microsoft.com/office/powerpoint/2010/main" val="180362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C3C98FB-A099-8D73-E825-A1842A61C7FE}"/>
              </a:ext>
            </a:extLst>
          </p:cNvPr>
          <p:cNvGrpSpPr/>
          <p:nvPr/>
        </p:nvGrpSpPr>
        <p:grpSpPr>
          <a:xfrm>
            <a:off x="72571" y="729292"/>
            <a:ext cx="12192000" cy="6135430"/>
            <a:chOff x="72571" y="264838"/>
            <a:chExt cx="12192000" cy="61354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9D35B6-E9D9-1CC7-1D4D-E05792AFB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71" y="264838"/>
              <a:ext cx="12192000" cy="2235295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D6C57CE-1996-CF8D-7709-D5C6BB5CE620}"/>
                    </a:ext>
                  </a:extLst>
                </p14:cNvPr>
                <p14:cNvContentPartPr/>
                <p14:nvPr/>
              </p14:nvContentPartPr>
              <p14:xfrm>
                <a:off x="11053223" y="442074"/>
                <a:ext cx="348120" cy="51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D6C57CE-1996-CF8D-7709-D5C6BB5CE62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99223" y="334824"/>
                  <a:ext cx="455760" cy="265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F852F7A-3C61-BB15-9E81-11F1606C25BD}"/>
                    </a:ext>
                  </a:extLst>
                </p14:cNvPr>
                <p14:cNvContentPartPr/>
                <p14:nvPr/>
              </p14:nvContentPartPr>
              <p14:xfrm>
                <a:off x="11139623" y="1342434"/>
                <a:ext cx="35568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F852F7A-3C61-BB15-9E81-11F1606C25B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85623" y="1234434"/>
                  <a:ext cx="463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4F14B8-DDAD-2793-3D5E-1D565ECBF1D5}"/>
                    </a:ext>
                  </a:extLst>
                </p14:cNvPr>
                <p14:cNvContentPartPr/>
                <p14:nvPr/>
              </p14:nvContentPartPr>
              <p14:xfrm>
                <a:off x="195983" y="913674"/>
                <a:ext cx="92880" cy="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4F14B8-DDAD-2793-3D5E-1D565ECBF1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1983" y="805674"/>
                  <a:ext cx="200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733F95-6F7C-7E00-DC02-8B948D570A47}"/>
                    </a:ext>
                  </a:extLst>
                </p14:cNvPr>
                <p14:cNvContentPartPr/>
                <p14:nvPr/>
              </p14:nvContentPartPr>
              <p14:xfrm>
                <a:off x="530423" y="928434"/>
                <a:ext cx="464040" cy="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733F95-6F7C-7E00-DC02-8B948D570A4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6381" y="820434"/>
                  <a:ext cx="571764" cy="22356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EC23A84-E3D5-E573-4593-3D5AA9FC0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571" y="2687618"/>
              <a:ext cx="3616627" cy="274072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E43F4BB3-2F53-5DAC-683A-5A77AF95E682}"/>
                </a:ext>
              </a:extLst>
            </p:cNvPr>
            <p:cNvSpPr/>
            <p:nvPr/>
          </p:nvSpPr>
          <p:spPr>
            <a:xfrm>
              <a:off x="3633485" y="4078514"/>
              <a:ext cx="263601" cy="27935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EE51D64-EE23-62B5-B52B-01959689D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8904" y="2631786"/>
              <a:ext cx="3101501" cy="336599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8FCD9A3-4938-F4F5-6409-8F6A1F5F0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21715" y="2592123"/>
              <a:ext cx="4661429" cy="337662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DD11112C-BC4F-E90F-1A42-B76F1FEA083A}"/>
                </a:ext>
              </a:extLst>
            </p:cNvPr>
            <p:cNvSpPr/>
            <p:nvPr/>
          </p:nvSpPr>
          <p:spPr>
            <a:xfrm>
              <a:off x="7092865" y="4057980"/>
              <a:ext cx="263601" cy="27935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AD5F37C-DC91-1EE7-C0AC-4C855D088788}"/>
                </a:ext>
              </a:extLst>
            </p:cNvPr>
            <p:cNvCxnSpPr/>
            <p:nvPr/>
          </p:nvCxnSpPr>
          <p:spPr>
            <a:xfrm flipH="1" flipV="1">
              <a:off x="3483429" y="5348514"/>
              <a:ext cx="65314" cy="2467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D498444-13C6-EC4A-4A69-E6A24083845D}"/>
                </a:ext>
              </a:extLst>
            </p:cNvPr>
            <p:cNvCxnSpPr/>
            <p:nvPr/>
          </p:nvCxnSpPr>
          <p:spPr>
            <a:xfrm flipH="1" flipV="1">
              <a:off x="6894286" y="5874404"/>
              <a:ext cx="65314" cy="2467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D2A49C-BB29-DECC-F857-CE18E44513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34800" y="4637314"/>
              <a:ext cx="370115" cy="3338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DD98149-13A6-4552-4A28-B99F90ABB14F}"/>
                </a:ext>
              </a:extLst>
            </p:cNvPr>
            <p:cNvSpPr txBox="1"/>
            <p:nvPr/>
          </p:nvSpPr>
          <p:spPr>
            <a:xfrm>
              <a:off x="412275" y="544342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1.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6C77D6-908B-EC96-87BB-3B8463C68EEB}"/>
                </a:ext>
              </a:extLst>
            </p:cNvPr>
            <p:cNvSpPr txBox="1"/>
            <p:nvPr/>
          </p:nvSpPr>
          <p:spPr>
            <a:xfrm>
              <a:off x="11401343" y="1087811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2.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DEAE3F-1047-0564-596C-B6693D3B615D}"/>
                </a:ext>
              </a:extLst>
            </p:cNvPr>
            <p:cNvSpPr txBox="1"/>
            <p:nvPr/>
          </p:nvSpPr>
          <p:spPr>
            <a:xfrm>
              <a:off x="3361833" y="5564098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3.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FF50A54-2611-FAF7-6854-9E5BC90C2FE0}"/>
                </a:ext>
              </a:extLst>
            </p:cNvPr>
            <p:cNvSpPr txBox="1"/>
            <p:nvPr/>
          </p:nvSpPr>
          <p:spPr>
            <a:xfrm>
              <a:off x="6772690" y="6030936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4.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ED002B-173B-BABA-5A97-84134DE58FC0}"/>
                </a:ext>
              </a:extLst>
            </p:cNvPr>
            <p:cNvSpPr txBox="1"/>
            <p:nvPr/>
          </p:nvSpPr>
          <p:spPr>
            <a:xfrm>
              <a:off x="11502560" y="4596123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6.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C50AC3B-0B39-496A-97BA-1CC43617B480}"/>
                </a:ext>
              </a:extLst>
            </p:cNvPr>
            <p:cNvSpPr txBox="1"/>
            <p:nvPr/>
          </p:nvSpPr>
          <p:spPr>
            <a:xfrm>
              <a:off x="10853463" y="2883156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5.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2AFEDA83-3403-CF93-600C-116A8BA838CF}"/>
                </a:ext>
              </a:extLst>
            </p:cNvPr>
            <p:cNvCxnSpPr>
              <a:endCxn id="2" idx="2"/>
            </p:cNvCxnSpPr>
            <p:nvPr/>
          </p:nvCxnSpPr>
          <p:spPr>
            <a:xfrm>
              <a:off x="10820400" y="3243943"/>
              <a:ext cx="219973" cy="854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96570FE-A17C-4E37-570F-D1632A8B33D7}"/>
              </a:ext>
            </a:extLst>
          </p:cNvPr>
          <p:cNvSpPr txBox="1"/>
          <p:nvPr/>
        </p:nvSpPr>
        <p:spPr>
          <a:xfrm>
            <a:off x="-58057" y="359960"/>
            <a:ext cx="1526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STEP BY 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37A5C-D831-4F75-7E3C-63DCDEA1F6C8}"/>
              </a:ext>
            </a:extLst>
          </p:cNvPr>
          <p:cNvSpPr txBox="1"/>
          <p:nvPr/>
        </p:nvSpPr>
        <p:spPr>
          <a:xfrm>
            <a:off x="-58057" y="-9372"/>
            <a:ext cx="142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REMARKS-2</a:t>
            </a:r>
          </a:p>
        </p:txBody>
      </p:sp>
    </p:spTree>
    <p:extLst>
      <p:ext uri="{BB962C8B-B14F-4D97-AF65-F5344CB8AC3E}">
        <p14:creationId xmlns:p14="http://schemas.microsoft.com/office/powerpoint/2010/main" val="314084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E195-ED6E-B47B-9771-F7F159F3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5F805E9-4BAC-E1C6-CA70-2B29B25170E4}"/>
              </a:ext>
            </a:extLst>
          </p:cNvPr>
          <p:cNvGrpSpPr/>
          <p:nvPr/>
        </p:nvGrpSpPr>
        <p:grpSpPr>
          <a:xfrm>
            <a:off x="134257" y="732966"/>
            <a:ext cx="11923486" cy="2388060"/>
            <a:chOff x="0" y="0"/>
            <a:chExt cx="12192000" cy="24418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7ABC177-C477-28E3-5A50-F1C864989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2441839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B6BC91D-55E4-877C-CC9D-0D6D0C41CA25}"/>
                </a:ext>
              </a:extLst>
            </p:cNvPr>
            <p:cNvSpPr/>
            <p:nvPr/>
          </p:nvSpPr>
          <p:spPr>
            <a:xfrm>
              <a:off x="0" y="399143"/>
              <a:ext cx="11045371" cy="13135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724AEE-F76E-9A36-8FAA-F3193C5EEF88}"/>
                </a:ext>
              </a:extLst>
            </p:cNvPr>
            <p:cNvSpPr/>
            <p:nvPr/>
          </p:nvSpPr>
          <p:spPr>
            <a:xfrm>
              <a:off x="11045371" y="2097314"/>
              <a:ext cx="1088572" cy="2685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FF46A2-6CE5-589E-CDA4-87072E45CFFA}"/>
              </a:ext>
            </a:extLst>
          </p:cNvPr>
          <p:cNvGrpSpPr/>
          <p:nvPr/>
        </p:nvGrpSpPr>
        <p:grpSpPr>
          <a:xfrm>
            <a:off x="1556657" y="3611536"/>
            <a:ext cx="7591334" cy="2673143"/>
            <a:chOff x="134257" y="2646343"/>
            <a:chExt cx="6306207" cy="22206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6021191-CE9D-410B-FA34-9B26F8494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257" y="2646343"/>
              <a:ext cx="2820214" cy="2796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0235B11-3EA5-8D4B-D916-9F21FC71D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257" y="3205842"/>
              <a:ext cx="3855570" cy="10901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5C0F612A-F634-5F34-4208-91B3FDCE756C}"/>
                </a:ext>
              </a:extLst>
            </p:cNvPr>
            <p:cNvSpPr/>
            <p:nvPr/>
          </p:nvSpPr>
          <p:spPr>
            <a:xfrm rot="5400000">
              <a:off x="1415548" y="2933292"/>
              <a:ext cx="257631" cy="257629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9C23011-2FD8-F2E2-BC8B-2CD0BF6E2C0C}"/>
                </a:ext>
              </a:extLst>
            </p:cNvPr>
            <p:cNvGrpSpPr/>
            <p:nvPr/>
          </p:nvGrpSpPr>
          <p:grpSpPr>
            <a:xfrm>
              <a:off x="4437742" y="2702960"/>
              <a:ext cx="2002722" cy="2163993"/>
              <a:chOff x="4437742" y="2862617"/>
              <a:chExt cx="2002722" cy="2163993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0FD3820-BE8E-8EB4-4CC7-714A78769D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7743" y="2862617"/>
                <a:ext cx="1991956" cy="64209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EC0F8D7-F54F-2269-DC33-3B981C410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7742" y="3623567"/>
                <a:ext cx="1979163" cy="64209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24FF07C-72CC-4FCB-8DCA-4F40317DE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37742" y="4384516"/>
                <a:ext cx="2002722" cy="6420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90EE71AA-562A-036A-C24F-FF0D9E6A744C}"/>
                </a:ext>
              </a:extLst>
            </p:cNvPr>
            <p:cNvSpPr/>
            <p:nvPr/>
          </p:nvSpPr>
          <p:spPr>
            <a:xfrm>
              <a:off x="4026111" y="2702961"/>
              <a:ext cx="364460" cy="21639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D4C0FAA-A151-5904-644E-ACFDF3C3EB52}"/>
              </a:ext>
            </a:extLst>
          </p:cNvPr>
          <p:cNvSpPr txBox="1"/>
          <p:nvPr/>
        </p:nvSpPr>
        <p:spPr>
          <a:xfrm>
            <a:off x="10635343" y="3121026"/>
            <a:ext cx="148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It’s for GCC downloading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EB1ADA-2510-687A-7600-0CCF13800136}"/>
              </a:ext>
            </a:extLst>
          </p:cNvPr>
          <p:cNvCxnSpPr/>
          <p:nvPr/>
        </p:nvCxnSpPr>
        <p:spPr>
          <a:xfrm flipH="1">
            <a:off x="11088914" y="3046690"/>
            <a:ext cx="108857" cy="1609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11E727C-6DEC-6040-E2EF-C9D6F0F20FFA}"/>
              </a:ext>
            </a:extLst>
          </p:cNvPr>
          <p:cNvSpPr txBox="1"/>
          <p:nvPr/>
        </p:nvSpPr>
        <p:spPr>
          <a:xfrm>
            <a:off x="3785625" y="3167284"/>
            <a:ext cx="2951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Inside of our Shared Holder: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3F842E5-D61E-B60A-23CA-975D0D6FC897}"/>
                  </a:ext>
                </a:extLst>
              </p14:cNvPr>
              <p14:cNvContentPartPr/>
              <p14:nvPr/>
            </p14:nvContentPartPr>
            <p14:xfrm>
              <a:off x="2031623" y="3759132"/>
              <a:ext cx="2823840" cy="14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3F842E5-D61E-B60A-23CA-975D0D6FC8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77623" y="3651132"/>
                <a:ext cx="29314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87C10B-9ECF-FB80-F5F4-988C0C67BDF3}"/>
                  </a:ext>
                </a:extLst>
              </p14:cNvPr>
              <p14:cNvContentPartPr/>
              <p14:nvPr/>
            </p14:nvContentPartPr>
            <p14:xfrm>
              <a:off x="11081663" y="2887212"/>
              <a:ext cx="914400" cy="15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87C10B-9ECF-FB80-F5F4-988C0C67BD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27663" y="2779572"/>
                <a:ext cx="1022040" cy="2314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64440DF-949C-6B9D-AE07-2709630A34D1}"/>
              </a:ext>
            </a:extLst>
          </p:cNvPr>
          <p:cNvSpPr txBox="1"/>
          <p:nvPr/>
        </p:nvSpPr>
        <p:spPr>
          <a:xfrm>
            <a:off x="-58057" y="-9372"/>
            <a:ext cx="142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REMARKS-3</a:t>
            </a:r>
          </a:p>
        </p:txBody>
      </p:sp>
    </p:spTree>
    <p:extLst>
      <p:ext uri="{BB962C8B-B14F-4D97-AF65-F5344CB8AC3E}">
        <p14:creationId xmlns:p14="http://schemas.microsoft.com/office/powerpoint/2010/main" val="2043264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69390B0-EF3E-B55E-5C7A-05344C5BC5ED}"/>
              </a:ext>
            </a:extLst>
          </p:cNvPr>
          <p:cNvGrpSpPr/>
          <p:nvPr/>
        </p:nvGrpSpPr>
        <p:grpSpPr>
          <a:xfrm>
            <a:off x="429354" y="106745"/>
            <a:ext cx="11333292" cy="6644509"/>
            <a:chOff x="312929" y="111891"/>
            <a:chExt cx="11333292" cy="664450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E61C4F4-9C89-5E3C-F9BC-996A9A7A4A53}"/>
                </a:ext>
              </a:extLst>
            </p:cNvPr>
            <p:cNvGrpSpPr/>
            <p:nvPr/>
          </p:nvGrpSpPr>
          <p:grpSpPr>
            <a:xfrm>
              <a:off x="6081486" y="111891"/>
              <a:ext cx="5558998" cy="6632722"/>
              <a:chOff x="6081486" y="126405"/>
              <a:chExt cx="5558998" cy="663272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DD74232-13E7-AEF1-1BD4-A1D6833B87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81486" y="126405"/>
                <a:ext cx="5558998" cy="663272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DEE0F5FC-5DD0-1959-92E9-15201091B64E}"/>
                      </a:ext>
                    </a:extLst>
                  </p14:cNvPr>
                  <p14:cNvContentPartPr/>
                  <p14:nvPr/>
                </p14:nvContentPartPr>
                <p14:xfrm>
                  <a:off x="6162263" y="3526554"/>
                  <a:ext cx="891720" cy="2952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DEE0F5FC-5DD0-1959-92E9-15201091B64E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08263" y="3418914"/>
                    <a:ext cx="999360" cy="245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F86922D5-C04E-9325-0252-7233EF4A1EB8}"/>
                      </a:ext>
                    </a:extLst>
                  </p14:cNvPr>
                  <p14:cNvContentPartPr/>
                  <p14:nvPr/>
                </p14:nvContentPartPr>
                <p14:xfrm>
                  <a:off x="6168383" y="3755154"/>
                  <a:ext cx="900360" cy="4104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F86922D5-C04E-9325-0252-7233EF4A1EB8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114383" y="3647154"/>
                    <a:ext cx="1008000" cy="256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6EA235D7-E3D0-0E31-078F-2C3B059619FA}"/>
                      </a:ext>
                    </a:extLst>
                  </p14:cNvPr>
                  <p14:cNvContentPartPr/>
                  <p14:nvPr/>
                </p14:nvContentPartPr>
                <p14:xfrm>
                  <a:off x="6219503" y="3995634"/>
                  <a:ext cx="435600" cy="396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6EA235D7-E3D0-0E31-078F-2C3B059619FA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165503" y="3887994"/>
                    <a:ext cx="543240" cy="255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8D5A4EC6-0ED5-0168-A02B-9B4C5201B91E}"/>
                      </a:ext>
                    </a:extLst>
                  </p14:cNvPr>
                  <p14:cNvContentPartPr/>
                  <p14:nvPr/>
                </p14:nvContentPartPr>
                <p14:xfrm>
                  <a:off x="6241007" y="4179234"/>
                  <a:ext cx="5041800" cy="6660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8D5A4EC6-0ED5-0168-A02B-9B4C5201B91E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6187011" y="4071815"/>
                    <a:ext cx="5149432" cy="2810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15C51C1D-F46C-36A0-0BC2-37642E614EA7}"/>
                      </a:ext>
                    </a:extLst>
                  </p14:cNvPr>
                  <p14:cNvContentPartPr/>
                  <p14:nvPr/>
                </p14:nvContentPartPr>
                <p14:xfrm>
                  <a:off x="6219503" y="4310634"/>
                  <a:ext cx="456840" cy="2916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15C51C1D-F46C-36A0-0BC2-37642E614EA7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165863" y="4202994"/>
                    <a:ext cx="564480" cy="24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C95B2783-D175-7ACC-15A0-8391179249CE}"/>
                      </a:ext>
                    </a:extLst>
                  </p14:cNvPr>
                  <p14:cNvContentPartPr/>
                  <p14:nvPr/>
                </p14:nvContentPartPr>
                <p14:xfrm>
                  <a:off x="6219863" y="4673154"/>
                  <a:ext cx="464040" cy="2952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C95B2783-D175-7ACC-15A0-8391179249C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166223" y="4565514"/>
                    <a:ext cx="571680" cy="245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69F01E80-D19E-26B1-4922-BBC54F5F44AB}"/>
                      </a:ext>
                    </a:extLst>
                  </p14:cNvPr>
                  <p14:cNvContentPartPr/>
                  <p14:nvPr/>
                </p14:nvContentPartPr>
                <p14:xfrm>
                  <a:off x="6247583" y="4985274"/>
                  <a:ext cx="443520" cy="1512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69F01E80-D19E-26B1-4922-BBC54F5F44AB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193583" y="4877274"/>
                    <a:ext cx="551160" cy="23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BDF10E18-9F13-C7E2-D02C-8F6B54AB3F23}"/>
                      </a:ext>
                    </a:extLst>
                  </p14:cNvPr>
                  <p14:cNvContentPartPr/>
                  <p14:nvPr/>
                </p14:nvContentPartPr>
                <p14:xfrm>
                  <a:off x="6960023" y="5304234"/>
                  <a:ext cx="224640" cy="5184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BDF10E18-9F13-C7E2-D02C-8F6B54AB3F23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906383" y="5196594"/>
                    <a:ext cx="332280" cy="267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8ABFDBBD-2539-CD0D-5E1D-ABA9464639BE}"/>
                      </a:ext>
                    </a:extLst>
                  </p14:cNvPr>
                  <p14:cNvContentPartPr/>
                  <p14:nvPr/>
                </p14:nvContentPartPr>
                <p14:xfrm>
                  <a:off x="9325223" y="5506914"/>
                  <a:ext cx="507600" cy="306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8ABFDBBD-2539-CD0D-5E1D-ABA9464639B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9271223" y="5399274"/>
                    <a:ext cx="615240" cy="246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962134FD-5BD8-3E7E-A697-B94C1C7E72E8}"/>
                      </a:ext>
                    </a:extLst>
                  </p14:cNvPr>
                  <p14:cNvContentPartPr/>
                  <p14:nvPr/>
                </p14:nvContentPartPr>
                <p14:xfrm>
                  <a:off x="10246823" y="5079669"/>
                  <a:ext cx="827640" cy="2232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962134FD-5BD8-3E7E-A697-B94C1C7E72E8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10192823" y="4969899"/>
                    <a:ext cx="935280" cy="2414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38FE05EB-FB90-0E35-630C-3AF4AA07D43B}"/>
                      </a:ext>
                    </a:extLst>
                  </p14:cNvPr>
                  <p14:cNvContentPartPr/>
                  <p14:nvPr/>
                </p14:nvContentPartPr>
                <p14:xfrm>
                  <a:off x="6648263" y="2582994"/>
                  <a:ext cx="195480" cy="2232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38FE05EB-FB90-0E35-630C-3AF4AA07D43B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594623" y="2475354"/>
                    <a:ext cx="303120" cy="237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17839950-57B8-B134-6B97-99AC2033C52D}"/>
                      </a:ext>
                    </a:extLst>
                  </p14:cNvPr>
                  <p14:cNvContentPartPr/>
                  <p14:nvPr/>
                </p14:nvContentPartPr>
                <p14:xfrm>
                  <a:off x="8462663" y="2503452"/>
                  <a:ext cx="159120" cy="1476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17839950-57B8-B134-6B97-99AC2033C52D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408663" y="2395452"/>
                    <a:ext cx="266760" cy="230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73F83B-DB5E-F12E-F2E1-E53442BE038B}"/>
                </a:ext>
              </a:extLst>
            </p:cNvPr>
            <p:cNvGrpSpPr/>
            <p:nvPr/>
          </p:nvGrpSpPr>
          <p:grpSpPr>
            <a:xfrm>
              <a:off x="312929" y="123678"/>
              <a:ext cx="5530965" cy="6632722"/>
              <a:chOff x="312929" y="123678"/>
              <a:chExt cx="5530965" cy="663272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603CDDF-EEFB-3AEF-2B69-D16186135E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2929" y="123678"/>
                <a:ext cx="5530965" cy="663272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21F24795-FE49-4914-B025-03DF13D3B7FC}"/>
                      </a:ext>
                    </a:extLst>
                  </p14:cNvPr>
                  <p14:cNvContentPartPr/>
                  <p14:nvPr/>
                </p14:nvContentPartPr>
                <p14:xfrm>
                  <a:off x="505583" y="3475434"/>
                  <a:ext cx="829800" cy="2988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21F24795-FE49-4914-B025-03DF13D3B7FC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451943" y="3367434"/>
                    <a:ext cx="937440" cy="24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FA323928-0286-AD00-7F33-468355B5263F}"/>
                      </a:ext>
                    </a:extLst>
                  </p14:cNvPr>
                  <p14:cNvContentPartPr/>
                  <p14:nvPr/>
                </p14:nvContentPartPr>
                <p14:xfrm>
                  <a:off x="509903" y="3712674"/>
                  <a:ext cx="1021320" cy="3960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FA323928-0286-AD00-7F33-468355B5263F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456263" y="3605034"/>
                    <a:ext cx="1128960" cy="255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A82C4453-E27F-CB72-8FF1-E518BEB2BD2C}"/>
                      </a:ext>
                    </a:extLst>
                  </p14:cNvPr>
                  <p14:cNvContentPartPr/>
                  <p14:nvPr/>
                </p14:nvContentPartPr>
                <p14:xfrm>
                  <a:off x="1241063" y="5079954"/>
                  <a:ext cx="246600" cy="756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A82C4453-E27F-CB72-8FF1-E518BEB2BD2C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1187423" y="4972314"/>
                    <a:ext cx="354240" cy="22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C1989E61-6B65-47B3-463B-061298CD0F19}"/>
                      </a:ext>
                    </a:extLst>
                  </p14:cNvPr>
                  <p14:cNvContentPartPr/>
                  <p14:nvPr/>
                </p14:nvContentPartPr>
                <p14:xfrm>
                  <a:off x="571103" y="4610874"/>
                  <a:ext cx="336240" cy="1944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C1989E61-6B65-47B3-463B-061298CD0F19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517103" y="4503234"/>
                    <a:ext cx="443880" cy="23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50C6C6E1-B43C-33D3-1252-AA723B094F47}"/>
                      </a:ext>
                    </a:extLst>
                  </p14:cNvPr>
                  <p14:cNvContentPartPr/>
                  <p14:nvPr/>
                </p14:nvContentPartPr>
                <p14:xfrm>
                  <a:off x="3933143" y="5195874"/>
                  <a:ext cx="13320" cy="36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50C6C6E1-B43C-33D3-1252-AA723B094F47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3879503" y="5088234"/>
                    <a:ext cx="12096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59170A0F-1E88-E742-2800-E1F8F881345F}"/>
                      </a:ext>
                    </a:extLst>
                  </p14:cNvPr>
                  <p14:cNvContentPartPr/>
                  <p14:nvPr/>
                </p14:nvContentPartPr>
                <p14:xfrm>
                  <a:off x="3490703" y="5312154"/>
                  <a:ext cx="268920" cy="1512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59170A0F-1E88-E742-2800-E1F8F881345F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36703" y="5204154"/>
                    <a:ext cx="376560" cy="23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0C647CD0-F586-DA3C-36C4-75443F2879E5}"/>
                      </a:ext>
                    </a:extLst>
                  </p14:cNvPr>
                  <p14:cNvContentPartPr/>
                  <p14:nvPr/>
                </p14:nvContentPartPr>
                <p14:xfrm>
                  <a:off x="4420223" y="4891314"/>
                  <a:ext cx="790560" cy="1512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0C647CD0-F586-DA3C-36C4-75443F2879E5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4366223" y="4783314"/>
                    <a:ext cx="898200" cy="23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D6F93B70-C260-0FB0-CBF4-0C16BC4D6A25}"/>
                      </a:ext>
                    </a:extLst>
                  </p14:cNvPr>
                  <p14:cNvContentPartPr/>
                  <p14:nvPr/>
                </p14:nvContentPartPr>
                <p14:xfrm>
                  <a:off x="950903" y="2581914"/>
                  <a:ext cx="195480" cy="1620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D6F93B70-C260-0FB0-CBF4-0C16BC4D6A25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897263" y="2473914"/>
                    <a:ext cx="303120" cy="231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E8F6DE9B-61A6-2AD2-D4DA-1E9E56CEBFE9}"/>
                      </a:ext>
                    </a:extLst>
                  </p14:cNvPr>
                  <p14:cNvContentPartPr/>
                  <p14:nvPr/>
                </p14:nvContentPartPr>
                <p14:xfrm>
                  <a:off x="2633543" y="2502354"/>
                  <a:ext cx="247680" cy="2304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E8F6DE9B-61A6-2AD2-D4DA-1E9E56CEBFE9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2579543" y="2394714"/>
                    <a:ext cx="355320" cy="238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F9A0AEA-7FC5-254F-3118-5B8EDD949E44}"/>
                </a:ext>
              </a:extLst>
            </p:cNvPr>
            <p:cNvSpPr txBox="1"/>
            <p:nvPr/>
          </p:nvSpPr>
          <p:spPr>
            <a:xfrm>
              <a:off x="4535715" y="162690"/>
              <a:ext cx="12200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1</a:t>
              </a:r>
              <a:r>
                <a:rPr lang="en-US" baseline="300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st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 Version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70703F9-4A49-24B7-D43D-B2A4FD91FFAF}"/>
                </a:ext>
              </a:extLst>
            </p:cNvPr>
            <p:cNvSpPr txBox="1"/>
            <p:nvPr/>
          </p:nvSpPr>
          <p:spPr>
            <a:xfrm>
              <a:off x="10378758" y="133662"/>
              <a:ext cx="126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2</a:t>
              </a:r>
              <a:r>
                <a:rPr lang="en-US" baseline="3000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nd</a:t>
              </a:r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 Version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A8362E-E0D7-7674-6855-4013A4EC9DAE}"/>
                  </a:ext>
                </a:extLst>
              </p14:cNvPr>
              <p14:cNvContentPartPr/>
              <p14:nvPr/>
            </p14:nvContentPartPr>
            <p14:xfrm>
              <a:off x="549863" y="6022074"/>
              <a:ext cx="1264320" cy="7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A8362E-E0D7-7674-6855-4013A4EC9DA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6223" y="5914434"/>
                <a:ext cx="13719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B6DA04-C387-C9B9-CF5E-33174AB76CF5}"/>
                  </a:ext>
                </a:extLst>
              </p14:cNvPr>
              <p14:cNvContentPartPr/>
              <p14:nvPr/>
            </p14:nvContentPartPr>
            <p14:xfrm>
              <a:off x="6308783" y="6066354"/>
              <a:ext cx="1195200" cy="8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B6DA04-C387-C9B9-CF5E-33174AB76CF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254783" y="5958354"/>
                <a:ext cx="1302840" cy="2239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927270A-266B-840D-41A6-2A727F50EC88}"/>
              </a:ext>
            </a:extLst>
          </p:cNvPr>
          <p:cNvSpPr/>
          <p:nvPr/>
        </p:nvSpPr>
        <p:spPr>
          <a:xfrm>
            <a:off x="8149771" y="1030514"/>
            <a:ext cx="1531258" cy="93852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AC4094-36ED-EBA3-973E-AC1F52283CB3}"/>
              </a:ext>
            </a:extLst>
          </p:cNvPr>
          <p:cNvSpPr/>
          <p:nvPr/>
        </p:nvSpPr>
        <p:spPr>
          <a:xfrm>
            <a:off x="2414693" y="1124366"/>
            <a:ext cx="1531258" cy="93852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3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550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Chen</dc:creator>
  <cp:lastModifiedBy>Michael Chen</cp:lastModifiedBy>
  <cp:revision>1</cp:revision>
  <dcterms:created xsi:type="dcterms:W3CDTF">2026-04-30T12:44:26Z</dcterms:created>
  <dcterms:modified xsi:type="dcterms:W3CDTF">2026-06-15T05:33:36Z</dcterms:modified>
</cp:coreProperties>
</file>